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8362B026-CFED-4010-AD55-C4AC1CE75A50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y Uche" userId="916753571ccc1bcb" providerId="LiveId" clId="{71F30A32-F182-433C-8D5A-B61A35848BAB}"/>
    <pc:docChg chg="undo custSel addSld modSld modSection">
      <pc:chgData name="Mary Uche" userId="916753571ccc1bcb" providerId="LiveId" clId="{71F30A32-F182-433C-8D5A-B61A35848BAB}" dt="2026-09-29T20:55:19.009" v="349" actId="207"/>
      <pc:docMkLst>
        <pc:docMk/>
      </pc:docMkLst>
      <pc:sldChg chg="addSp delSp modSp mod">
        <pc:chgData name="Mary Uche" userId="916753571ccc1bcb" providerId="LiveId" clId="{71F30A32-F182-433C-8D5A-B61A35848BAB}" dt="2026-09-29T20:55:19.009" v="349" actId="207"/>
        <pc:sldMkLst>
          <pc:docMk/>
          <pc:sldMk cId="602129940" sldId="263"/>
        </pc:sldMkLst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2" creationId="{F7DCF413-928A-D4CD-135C-42A9C1797B9A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3" creationId="{FB033A3F-F226-65AB-425E-ED2991EA12CB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4" creationId="{5EA66772-AC2D-4497-4017-9C1802E47618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5" creationId="{1D6D0D5A-509D-FF18-ACF0-219251349B52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6" creationId="{BF2971C9-3B3F-87FB-B2AD-37E86835F7E9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7" creationId="{A6BB7A5E-D0F2-C472-2FCB-A679DA29B5C2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8" creationId="{48A0B4A6-A847-B04E-7974-0DF0BA43B51F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9" creationId="{72C05189-56BE-3E7E-6038-8EFB383DBD36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10" creationId="{2979CB31-B900-09D5-F35F-C8E31E66E0CD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11" creationId="{31918AAF-CE74-BF23-D80D-8D0651DE7CA2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12" creationId="{F5B96932-48D2-FA00-2FB7-0F17D753A8C7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13" creationId="{9D20AA73-04C3-0449-7F17-CB1CD86DEF60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14" creationId="{557ABC0C-F031-36EF-F25D-0411F4D7301A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15" creationId="{2AF38173-9217-A4FD-48B2-5FF0277B907F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16" creationId="{D993A331-5B78-439F-8D88-B8E73B134617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17" creationId="{D7311598-72CA-1544-1064-95D502FB5AA2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18" creationId="{5D61A3F3-8A6F-FB7A-FB34-BAA5A24F0D22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19" creationId="{0498FEE8-E670-7B69-F365-1BF7FC8936BE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20" creationId="{49BBE3E7-4CBE-9793-6A89-ED134C870BAE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21" creationId="{1A022789-96F0-F02B-BE09-F784F89877B7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22" creationId="{46DB3E78-EA0E-CF0A-CDAA-90925B49EC54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23" creationId="{2477EB26-0F9D-7D2C-2E16-DDA588105E5A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24" creationId="{BEAF7091-79AD-4B71-38D3-329195A49DB5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25" creationId="{51BD97A3-447C-4C96-6138-85F7302B886F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26" creationId="{C6397227-EADC-FF50-E20B-4B86D2A12517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27" creationId="{ED1DED3F-91A8-7C96-3BCE-17099A4AF703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28" creationId="{3FC33FA2-66D6-7AA8-001E-3F7A769C03FD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29" creationId="{5E1086EB-EDF4-384F-C4B2-A287C2A7CB79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30" creationId="{4546282F-647D-1BF6-1B2A-4EAA0EAEF71C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31" creationId="{7969B551-DF96-C3CB-9CD5-344B84AA5CC9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32" creationId="{405F136C-E821-1DD5-008F-2F1E0D534170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33" creationId="{BA6FCFAE-A1C0-2A39-962D-ED21A25FB2E5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34" creationId="{575F9117-DDD3-2410-4A90-1D25DB30851E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35" creationId="{B4493F6C-2FC9-045F-3CBC-84626F8BCA9B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36" creationId="{A297F1AF-11E7-59F2-6D18-88AE5C1D7857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37" creationId="{69EEA715-BF4F-33F1-1276-BD87A5A5E377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38" creationId="{F3A09D4F-DF59-DE1D-4414-631B31B349B6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39" creationId="{F6F32E05-61AD-3777-F0A6-2F98F94600A5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40" creationId="{B01ACBF9-E2EB-0C31-9664-CE4C8DCCB19B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41" creationId="{A94D390D-C5B3-57CA-FD79-5131B83BBDAD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42" creationId="{329589C9-B45F-B647-D72E-DF4B2E3A0264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43" creationId="{D5EEB326-886A-0FC2-A385-8E08CA3064C3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44" creationId="{2E1AF1B4-950D-EC35-72F1-AADCC67F645A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45" creationId="{36A5D484-3041-ABE5-BCA3-63FE17275971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46" creationId="{E7B91795-AC17-D81C-C047-106EE02CF072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47" creationId="{2EE6658B-39A7-A3B1-E33B-B0B8BE472D4A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48" creationId="{F0F98E30-46EE-D025-6CE1-EB629A63BCA0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49" creationId="{FFD062C6-C8AD-4D6E-CE70-077351762C55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50" creationId="{2D3BE205-53CE-B675-66B9-FBBEA6609FF5}"/>
          </ac:spMkLst>
        </pc:spChg>
        <pc:spChg chg="del mod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51" creationId="{17B56E89-BD36-14E9-9281-877EBDB7FB3B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52" creationId="{25D9FAB4-EC7B-E8CD-7127-3BA06FFEC4C3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53" creationId="{EA374BA1-68F7-22EF-1102-74CD3792B4F1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54" creationId="{4484EA9F-DB3D-8328-CED7-42B229E2E03C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55" creationId="{4C586618-A6AA-62ED-B5EA-81FA6C3A0711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56" creationId="{2197860C-439A-3281-18AA-93363CB51EB0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57" creationId="{4621C93A-C875-E71D-7513-BA6CF9B2C1D4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58" creationId="{59DE6B6C-6C9B-C0E6-8DF2-9EE2CAFC8241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59" creationId="{E60234F5-C92B-BFDC-5928-536823A16B33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60" creationId="{229FF0B5-1E8E-D567-0EAE-81142A77AA94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61" creationId="{BF790EBD-829E-BC6F-23C4-EACF89936BF6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62" creationId="{D8BE633B-A3ED-6DB7-3325-F9400834AA0B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63" creationId="{A3B24462-212A-13E5-7E2B-1817D2FB0A2F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64" creationId="{CC0D5DD8-C230-1EAB-F462-9637AD3E7AD5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65" creationId="{1012F82A-A115-6196-BACF-658753724044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66" creationId="{96F4CAD5-08C6-DB2D-D7D2-0C979AA6337B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67" creationId="{358784F4-D8F7-28A1-DA94-9318DD9CE43F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68" creationId="{2DE0985B-83F4-9492-61E8-DA7EF8237570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69" creationId="{5B5CABDC-444E-6A3E-CC48-2F2382E485E9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70" creationId="{3B66D0FF-E99A-F4DC-5670-EDBE9C859FB7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71" creationId="{1FC29ACC-3D3E-B45C-B01B-4A22C1C20821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72" creationId="{8DE9C46B-3D82-0C56-2778-6E10EC426612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73" creationId="{08F151E9-5F05-00B0-DC8A-AB2DECADF972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74" creationId="{7CFDBEAE-8654-4901-8F9E-89F1FC62AFE0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75" creationId="{8EB78B2B-B227-32C7-601D-C0B1265AA0F1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76" creationId="{FC029AB7-E717-35EA-EE43-A08994FD7023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77" creationId="{5B80FA92-9DC3-BB4D-1404-DE2BDA6DCCAE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78" creationId="{F8638CFB-35EC-5CB7-A6FA-714C1E1AE4FC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79" creationId="{E7104242-64A5-B6E4-BAD2-73FCD3540B5D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80" creationId="{E605825E-51E4-1E70-5254-EDDFA401E02E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81" creationId="{FBE6EB83-876E-3EAA-4F7D-4689C0070009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82" creationId="{701BB31B-E010-361C-4673-7F77F85A3AA6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83" creationId="{710B37CE-A6F7-5EA1-FD3F-E7A9F58F16CA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84" creationId="{9F5916EB-2730-7CE7-8C39-E6B65FDA91F8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85" creationId="{02550C88-CB10-F552-166B-59EA4EDFC8A0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86" creationId="{FE2AA8F1-C6D9-BA87-447C-4A978512B2B1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87" creationId="{CA62B10C-76C3-877F-90A7-B22A9273E0FA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88" creationId="{E50400AA-1F49-D188-6690-26BD25CDA8C3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89" creationId="{EED1B035-6330-D359-51B4-1C09EE30AF51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90" creationId="{0AC29E7F-13B7-010C-C6F5-0A541A138040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91" creationId="{CABBEEA0-F25A-7B3B-B04B-1242465D6743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92" creationId="{63797FC1-F8ED-D3E5-8E7A-542BBD52B5F7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93" creationId="{4EB20365-C9DE-CC85-7986-EAC17E493724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94" creationId="{20050862-7D14-DB37-96B4-55EE8640E2CB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95" creationId="{240212FE-4F02-51BE-4535-7DC0A7AB0A9B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96" creationId="{3FB93659-49D3-0A69-A2CE-F0CA15BC6DA7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97" creationId="{4A44BFE6-5021-BBDD-3BE8-FC47EBF2AB77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98" creationId="{C5D86607-2EEA-AE3F-E31B-6A2008B16E9F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99" creationId="{330A5C02-5E36-F731-9CBD-2B52B677CA31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100" creationId="{A39231AA-7430-7C9A-0251-F17EA956A2DF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101" creationId="{3F7A45FE-C2F5-E387-B501-D9385DF6CED1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102" creationId="{E6C74E55-7BD7-CD68-7706-5E85EC91FA36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103" creationId="{FBBE80E3-CB89-EC69-1541-F42FBF26BE90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104" creationId="{08B3A657-3A33-88D9-2A97-BC20DA4E0729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105" creationId="{77288CAE-F6E2-4817-37B5-710C5C730B30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106" creationId="{58443C52-4581-091F-F233-29AD07903D32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107" creationId="{5662A7CE-B595-FFB6-9BBD-934DA0E6967D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108" creationId="{2A96D959-FA43-FE76-DBE3-A66984DBCD51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109" creationId="{CB7834DC-4BD6-C81A-828A-DEA6E7310729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110" creationId="{BBC41EFD-79EB-6AD5-1D3A-9B5F311B32D9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111" creationId="{9415DEC1-2F6B-5C55-CB7C-CF375904CADA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112" creationId="{118EFD7D-C036-5365-CD2E-CE24B09A9AD2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113" creationId="{42094F23-F53A-8C57-7BA2-8FDA613659E6}"/>
          </ac:spMkLst>
        </pc:spChg>
        <pc:spChg chg="del">
          <ac:chgData name="Mary Uche" userId="916753571ccc1bcb" providerId="LiveId" clId="{71F30A32-F182-433C-8D5A-B61A35848BAB}" dt="2026-09-29T20:49:22.583" v="316" actId="478"/>
          <ac:spMkLst>
            <pc:docMk/>
            <pc:sldMk cId="602129940" sldId="263"/>
            <ac:spMk id="114" creationId="{7347453E-04A4-D948-B77C-2A0DE1210F5E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15" creationId="{49F8063E-E65F-8B5A-7345-5E665EB4CBCB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16" creationId="{BF9068E5-16E7-D4BC-A986-933B78871C7D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17" creationId="{8AF04E95-EA1E-C846-9137-661D65637DD9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18" creationId="{39F7D432-4E7D-0C0E-5467-009CDC6D4BB4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19" creationId="{7CF6B1C2-9F9A-F152-2C56-E977843A66BE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20" creationId="{0445AA6B-CAD2-00D6-4D81-82B4595713B9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21" creationId="{1F0545A3-0169-9406-603B-499B81654AED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22" creationId="{0C1B662D-7D10-6CD2-B332-71E04353AD22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23" creationId="{31F6EB3E-F183-4810-7A72-F58D52ED977A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24" creationId="{9FFC6514-AF65-E2E6-E416-EBDBD3985A9C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25" creationId="{FB7C0A27-965B-C722-0CCA-E55BDAF5BD83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26" creationId="{9FE14D59-53AD-04F9-6748-B7362DDFADC8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27" creationId="{F7461466-7C70-7DF5-E2BD-D0C22A2246CA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28" creationId="{2D5261CC-0BBE-7ABF-E0AE-7C1DF37EF961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29" creationId="{BD7A5594-A58E-9FB0-B6DA-5DD4575D98AC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30" creationId="{5BE15865-36F6-FEF3-EF6A-8135291A3617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31" creationId="{4B96C4F5-7E60-E9FA-4925-284A8E0F6E1F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32" creationId="{AA087119-99FC-CA49-3A8C-136CDE66A47E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33" creationId="{2320C52D-F758-B0A5-DA1F-F342BC591482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34" creationId="{8C99D73D-93F3-296B-F15E-6E2EEF0FFC38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35" creationId="{CD165C85-2662-D9D9-8606-866DADAAC79E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36" creationId="{0E5E0B43-878A-A780-CE9A-35D657670D31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37" creationId="{70E87EA3-A126-5749-FAD9-36C3B0111160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38" creationId="{AD63F039-143C-A90D-C4E1-37002CA22B28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39" creationId="{7513F3F8-A5E8-CB83-6CF9-BED7F236AF1D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40" creationId="{F1A34912-F033-EC55-8908-D10B98273262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41" creationId="{E2226923-4745-98D3-51EF-AF4A2D7B097E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42" creationId="{3E9EE5AA-1BC8-A34F-690C-3152FF9A88FB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43" creationId="{5CF62E31-25CC-939E-85FB-745BF9136E33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44" creationId="{FF3998BA-520B-352D-9249-8A25E35BCA7D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45" creationId="{6E5872DA-EDDB-7096-AB2F-790EDD9D75BF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46" creationId="{3860A583-BE30-5865-3401-BF35BCCB0023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47" creationId="{F82A4794-D80C-02AE-475E-7673ED7E730E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48" creationId="{1E5DE0C9-F691-B6E8-D79E-AB98533796C0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49" creationId="{2FE6F7B1-95B4-98D4-57AC-E34B54AF022C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50" creationId="{757875A4-B705-6BEA-CBFE-CB7FC7E88D5F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51" creationId="{E2EB727D-3446-B22F-4D95-CD2BC93D3753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52" creationId="{558F1842-C410-4F8C-2ACA-52F4B36C6B88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53" creationId="{AD84746B-31C3-B5EF-44DD-EF926ABCA7EF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54" creationId="{A616B4C4-023F-2E6A-40DA-DCCFFA921AA6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55" creationId="{EB68FD2E-2059-7665-5805-77E796D8B872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56" creationId="{DB47CD52-84FF-CB8A-B451-60877A6A86CE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57" creationId="{9ED23BBB-2D66-A8AF-B524-15C0F49773B7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58" creationId="{B24B74D5-4458-ED16-D4C4-B5F00F9EDE49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59" creationId="{5AC5674D-1DFF-161A-7D42-224DD1E35FD8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60" creationId="{CBCB79C2-42E9-B816-AC03-217D8FA0EED4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61" creationId="{F826ADA6-C0FE-62EF-7DD1-0395307E1158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62" creationId="{45A3EF3F-2966-877B-3EB0-DC1FD9D6D4A1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63" creationId="{D5790C44-8468-EDA5-0F9D-E8E2444CB065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64" creationId="{679D8652-DDC3-8BA5-C1C2-5B8FC57C3080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65" creationId="{E4BC6986-7228-F31D-9975-EF4C09188B7F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66" creationId="{A6F71312-6930-2B40-2F2A-BE033C50E8DD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67" creationId="{A4C16061-0F79-2D09-6C2D-B8558E125704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68" creationId="{02DBA619-A22C-EEDA-119C-16D019A8ADCF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69" creationId="{A0569D50-556E-258C-91AE-69FE6CF20629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70" creationId="{C658E03E-F4D2-E999-3B8A-6CF771B1CA16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71" creationId="{DC170317-2F7C-E419-AC67-F4FEAB8F34B6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72" creationId="{E858FEBF-DC1D-F4C8-3E8B-DF45DD68F1CD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73" creationId="{A3FA5899-BC9C-E831-376B-55FF63290A58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74" creationId="{A24DDE7E-105B-7B39-9190-E3AD0122228D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75" creationId="{F9AB3B4E-B18B-F96B-47C4-B025C8DC460D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76" creationId="{597A3E2E-ADD6-65C9-07A1-A6C6BD8E44F9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77" creationId="{42CD723F-68BA-45E6-8B9C-15E58E4A5085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78" creationId="{D3828B7F-4A1F-5A62-E750-96A47693828F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79" creationId="{DD2EBD71-F1F7-7E62-FA01-9517ADC85E68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80" creationId="{15BCFED3-C96F-BC1C-9932-79D8027B762B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81" creationId="{364AD0EE-0B8C-1E9E-E46E-7B3888B5F30F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82" creationId="{57577E2F-510E-DAE1-EB74-5D5FA667A918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83" creationId="{F87AD75F-9D4E-CD8A-E661-82A08F16077A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84" creationId="{043CEB5D-7BF5-671B-77FE-F638DA6870C3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85" creationId="{6347C51A-AC76-6379-9210-BB1C94635BED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86" creationId="{1D68DB0F-475B-9D1E-A2FE-8A8809056937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87" creationId="{2421B900-CE8B-B7F5-5C2D-E98C913E335B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88" creationId="{426E2810-1BDE-3B40-2DA8-0B395B0239BD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89" creationId="{9E0EDE2D-28D8-8814-FFD7-8F9808EB9D3E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90" creationId="{F42C12B2-7D72-60D8-ECA2-480E77A701B0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91" creationId="{123FBB69-ED9C-B2C3-6C51-AF0DE77063AB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92" creationId="{90A693BA-1E6A-D8E7-34F4-0DB9849B240E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93" creationId="{FB8B3691-9429-39A1-6878-11ADCC6DF3B7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94" creationId="{8E07E6CB-D023-434B-0E8F-7FC1D4972CC7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95" creationId="{05D95430-3DEA-31F4-97EA-D9618D5F49EE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96" creationId="{847FA305-D757-82B8-D763-64FB03329354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97" creationId="{AF942841-B221-BD4F-B961-7E3000102BA5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98" creationId="{782F2271-879A-72D9-365A-1D7F479E5385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199" creationId="{41D9D118-8ED7-A5E6-7F83-A84CE0D1533D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200" creationId="{B00A87FA-0BEE-9914-B663-51952994BCF3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201" creationId="{64C7B24E-946E-5269-8E79-A5D2DC19BAB4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202" creationId="{C9625CB1-4FED-B687-C6A0-81BBC6BC8B17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203" creationId="{AEAEF1CE-C471-EDA2-506E-480BF04CB80E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204" creationId="{900F95F5-E354-54D8-0E30-56DC6947D1B2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205" creationId="{1B399542-F7C1-51A4-A99A-38ED4F6290FA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206" creationId="{29986F5A-BF23-02C5-6103-7DF8B8D7B835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207" creationId="{607D4078-692B-3998-412D-C4E3EC22F2A6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208" creationId="{31EB5D12-98AF-89AE-7EEA-33C1148B5951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209" creationId="{A9170FF7-DC5A-E84C-0E0E-7B8536CBA9DE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210" creationId="{4F4D96B8-808C-759C-5AB4-ABE0A34C4160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211" creationId="{1F5E6230-6BA3-9192-7ECC-9D9F0F18EE5B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212" creationId="{F6B07B4A-1C69-2A06-7C84-0850BEE3DEC3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213" creationId="{0828DEBB-2CDB-99CF-DB5F-682BB8EDD440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214" creationId="{8A8BAD7B-CD8D-7097-D363-7C336008A6E5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215" creationId="{97717DD4-6F8F-89DF-FFE5-09F3B28CD26D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216" creationId="{2766BB26-E534-C2A6-E1CF-A3C74F612897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217" creationId="{C4A16750-5688-EC8B-047B-F83D0FBC04B8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218" creationId="{1C9B499A-0EE5-C439-18D1-844512E0BCA8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219" creationId="{6BCDB940-9261-D3BA-FFE3-E0D45D099373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220" creationId="{19ADE5F2-7DCD-9C41-46EF-51CD0E4B645C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221" creationId="{B9C4B201-8C45-9FE4-4963-9150584726ED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222" creationId="{F76DFE5B-3641-9AA3-C28E-90283E0DDC74}"/>
          </ac:spMkLst>
        </pc:spChg>
        <pc:spChg chg="add del mod">
          <ac:chgData name="Mary Uche" userId="916753571ccc1bcb" providerId="LiveId" clId="{71F30A32-F182-433C-8D5A-B61A35848BAB}" dt="2026-09-29T20:50:57.085" v="329" actId="478"/>
          <ac:spMkLst>
            <pc:docMk/>
            <pc:sldMk cId="602129940" sldId="263"/>
            <ac:spMk id="223" creationId="{F24DAF8D-0F77-0A14-D66F-13554E24C407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24" creationId="{3D0543FC-2083-8044-8E30-3BF21B3F5124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25" creationId="{8723F735-9506-9F03-90FD-75AFFB8852AF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26" creationId="{BA259F67-31ED-39A6-D6C3-31DAA59E23AA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27" creationId="{D559814C-B7F7-75A8-99C1-3820015B6C5A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28" creationId="{DCEDCF9B-6DEB-794E-2C9A-156B4DE53C5C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29" creationId="{6AFFEA4B-62D9-41B5-B00F-24A66D839731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30" creationId="{3DBF9D29-2CC7-F982-8179-075DC41121F1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31" creationId="{01875598-3E51-C6C7-768E-DBA01CEB8D97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32" creationId="{E55C34B4-942A-FA25-820D-625828111BF1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33" creationId="{62ECF011-60D5-4309-C4BC-41BB78C98034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34" creationId="{1C01BF4B-208F-070E-79F0-72A805AE7F87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35" creationId="{EE9E5D67-1265-697A-3D1D-C5FEAA33D0E6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36" creationId="{06686A2A-B7DA-4A2D-5AB5-1A4232591DE8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37" creationId="{EA27B2D7-16EA-D299-B952-CB5A0667E102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38" creationId="{C411FA6B-CF60-2FA7-92F1-62752F9CC1A5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39" creationId="{D615C89B-ACBC-20D3-7E45-6009CCDC65D7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40" creationId="{1A3B45C5-11E6-64E9-DAC4-4AA71213DA5D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41" creationId="{134F9259-D85C-1852-AEAE-1DD8C2DBD6B6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42" creationId="{9138663C-EE1A-116C-93E9-4C7136F7400E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43" creationId="{FC217B35-444B-3A0B-0842-1F45A53820FD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44" creationId="{E021022C-019B-9353-0FB1-455EA4BB1228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45" creationId="{15A491D9-FA2B-4FC3-EACD-E0A8DF99F346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46" creationId="{1AAC6894-7B7F-886E-FBA4-1D35FB162D2A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47" creationId="{BD0DFA62-A922-EA94-D654-891BEC33C242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48" creationId="{ED52574C-8C72-7B47-557F-21892639CDFA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49" creationId="{D833B22D-D6C2-9C34-57B6-7B679106BC39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50" creationId="{B729D11B-AA6D-35BB-6276-CCE4A379917E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51" creationId="{BEF5460E-3CE7-5ADE-B9AF-21D1D3881C2B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52" creationId="{B9FE6E20-D767-8B3A-3A41-55FCCC68A033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53" creationId="{91B5FEA4-2964-F894-3BD7-2C1C1E87F92F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54" creationId="{91FA4E12-188E-AFAC-0DB3-B26EAE92792E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55" creationId="{02B7AEB2-2EEE-8CDA-2049-72F40ACF5CE0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56" creationId="{EDDB3F30-05D8-03DF-EA76-173947C73D42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57" creationId="{B99D7A90-75B4-7545-DA48-1630A81A5432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58" creationId="{3D1215F3-0A1F-0060-F1FF-964D6B798547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59" creationId="{FCFA8C63-0000-3B35-EE36-F523E3F5F8F7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60" creationId="{FC019FB5-99D9-E409-7BCA-FD2C717CC115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61" creationId="{2AA19303-3106-97BE-73B2-A5A69654AD68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62" creationId="{B43186E3-7BE7-1AD8-BF99-01445BF47D1C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63" creationId="{B06D05B1-1D89-C6FB-3796-73B571DA5308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64" creationId="{B037D813-96A3-CF51-A57A-D50B26B73AB8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65" creationId="{92C5E3C3-FDE6-E06A-4341-F3F96E310C51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66" creationId="{A4843218-1C91-7371-816A-289C518CDF5A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67" creationId="{F6DC1534-0DCF-D814-CD8E-9734F9E23C33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68" creationId="{601BE82D-6C68-A914-7B97-A0E05CD4C362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69" creationId="{04502749-F28C-A54B-36BA-0D7E1ADF8453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70" creationId="{4E350A18-5BA7-44EF-2FD8-8A2655DF9A08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71" creationId="{8FC22AA7-3052-8F30-85F8-08CE49484F61}"/>
          </ac:spMkLst>
        </pc:spChg>
        <pc:spChg chg="add del mod">
          <ac:chgData name="Mary Uche" userId="916753571ccc1bcb" providerId="LiveId" clId="{71F30A32-F182-433C-8D5A-B61A35848BAB}" dt="2026-09-29T20:53:49.576" v="333" actId="478"/>
          <ac:spMkLst>
            <pc:docMk/>
            <pc:sldMk cId="602129940" sldId="263"/>
            <ac:spMk id="272" creationId="{2647257C-CBE3-48DA-98B2-51A1AAA8F63E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73" creationId="{19651CF5-011E-C658-01E0-3C2574ED084E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74" creationId="{045C0531-A1A0-398D-6E10-3ADA1F7152FA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75" creationId="{11359352-BB92-C6AA-F53D-BEC68BF8E700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76" creationId="{5AC8C29C-10FF-0D8B-62F8-B77D225439CA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77" creationId="{56BFCC73-6A1D-126D-D1C2-3A179C1E4CA3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78" creationId="{9A7270AA-E136-6A39-9D02-FBA376F93F5E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79" creationId="{C7328D6C-F0E4-6C88-75B2-916B3F0AEB67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80" creationId="{06440445-A9C9-601A-5F5A-8C2F22F08FA7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81" creationId="{C472ECFC-EA81-E9ED-C047-DACEBA071B06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82" creationId="{6B79B9D8-34F6-2C94-137D-582188D619C2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83" creationId="{678B51C8-375C-69CE-E5F0-373F9FD2B19A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84" creationId="{44A174E5-E14B-4E48-EA84-59E62ED3AFF1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85" creationId="{58EBCA90-619F-DD64-4904-9C4FB6B9B7E3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86" creationId="{B8A9CB2E-F07F-A29A-3AD1-C496F7A4E3B4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87" creationId="{63D732CA-EF60-5B3E-6FCB-3962AA23D411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88" creationId="{3DFE666D-52DF-E5DE-8C98-250307334F57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89" creationId="{03FD7FCE-1C1A-812F-B99C-18AE075E42DB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90" creationId="{2B52FAEE-5FCB-5F7F-01EE-97F5BE5A070E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91" creationId="{D9EB9E2E-F195-C8C6-C65B-ABD19E74EBFE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92" creationId="{C4256D3B-2773-98EE-EA33-2E9BD75DC66B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93" creationId="{69610DB1-5753-D971-0F1A-F8BFF31DEBAF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94" creationId="{EA879366-7F44-BA31-35E6-B57B5B64D54A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95" creationId="{B8FF1CA3-9CC8-5FE6-DEDA-B06899EE7BFE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96" creationId="{396BD237-BFD7-2363-400F-A46C151CC75B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97" creationId="{B4ED7631-067A-D700-534F-76A4922B0E7F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98" creationId="{66B7B79C-4D5C-A2EC-A255-35E1B3F5489C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299" creationId="{D48275EA-72F5-525D-CC4A-F4AE50F19A5B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00" creationId="{E6B59573-DDD3-C570-5530-61EDF6DAE748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01" creationId="{75935CB1-884E-C094-CD5A-7140650B453B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02" creationId="{1B73E859-83F2-1B38-AF20-927F70D3B879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03" creationId="{56E34884-4796-BFDF-AC01-E6E7447E244B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04" creationId="{5AAC2E18-1198-3FE0-BF08-096D73EA6687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05" creationId="{241A1CFE-BE47-2106-7BF9-E6EDC3A42807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06" creationId="{80697FCE-88A4-E637-466F-98FDBD0CA95F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07" creationId="{4AEEBF7B-4965-0E54-629A-067B9DBB1D3B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08" creationId="{204D052A-9763-289A-BFFA-A52C779F4255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09" creationId="{B9CC681B-7C96-5F29-E6A9-0344969A0C17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10" creationId="{F6A20D7E-C2D0-44E6-258F-C7DB0BB9DE4D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11" creationId="{FC325EB5-3C7A-E702-2B7F-76FC3AB24EA7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12" creationId="{C705F203-9418-14C9-3DE0-C48056B2CA01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13" creationId="{FE43BD9F-4776-8446-0AA0-0119FCC1BEF2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14" creationId="{4DAF211C-A7FB-39B3-7C78-6BFF96512B23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15" creationId="{344F70B6-E111-4814-0FB6-B538662A73BC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16" creationId="{B6842399-95A4-4BAF-2838-E4AAD3E86AF3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17" creationId="{9E77C1C7-4052-1A5A-8CC8-D7BBE0BCCDA0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18" creationId="{881EA0F3-CD71-D313-2F24-07CF10B242CE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19" creationId="{6C81E77C-53C5-C270-E996-9C4397DB5EA2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20" creationId="{C423BDA5-5154-8B2D-24BE-44C21241029B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21" creationId="{E25F6B5B-78FF-C88D-7320-A2B5C94B2207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22" creationId="{9CDE05CB-615A-A583-2B82-44497CA1E3A4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23" creationId="{615EA3C6-FEBA-C02A-3686-648ED55A28F8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24" creationId="{EBE81082-717B-AD02-39A2-8BB7410C8717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25" creationId="{AF1D137D-CD9C-8DE9-6C89-6F7DF27AA68D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26" creationId="{41C790E5-5121-39EE-6E25-2B9664C27D9F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27" creationId="{D8091308-8295-4131-DF27-062E9472181A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28" creationId="{70BD7772-EE0F-86D5-2BC5-37740039994C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29" creationId="{DB6E64F9-B66D-A619-F683-41ED44EA88EF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30" creationId="{271B71FF-C9CD-AECF-71C2-9387F44570B2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31" creationId="{33552344-6E96-188B-86C6-59A1DE39B05F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32" creationId="{1A0B5FB0-13BE-2DBE-64EA-146A7515AC03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33" creationId="{0DAD096E-DFB8-5302-F531-777EFB9C7003}"/>
          </ac:spMkLst>
        </pc:spChg>
        <pc:spChg chg="add del mod">
          <ac:chgData name="Mary Uche" userId="916753571ccc1bcb" providerId="LiveId" clId="{71F30A32-F182-433C-8D5A-B61A35848BAB}" dt="2026-09-29T20:53:52.130" v="334" actId="478"/>
          <ac:spMkLst>
            <pc:docMk/>
            <pc:sldMk cId="602129940" sldId="263"/>
            <ac:spMk id="334" creationId="{F611B423-B209-5986-E0AF-929012FC04DB}"/>
          </ac:spMkLst>
        </pc:spChg>
        <pc:spChg chg="add mod">
          <ac:chgData name="Mary Uche" userId="916753571ccc1bcb" providerId="LiveId" clId="{71F30A32-F182-433C-8D5A-B61A35848BAB}" dt="2026-09-29T20:54:31.323" v="338" actId="207"/>
          <ac:spMkLst>
            <pc:docMk/>
            <pc:sldMk cId="602129940" sldId="263"/>
            <ac:spMk id="335" creationId="{44B59275-B967-E9DC-1E0B-188AACF8A518}"/>
          </ac:spMkLst>
        </pc:spChg>
        <pc:spChg chg="add mod">
          <ac:chgData name="Mary Uche" userId="916753571ccc1bcb" providerId="LiveId" clId="{71F30A32-F182-433C-8D5A-B61A35848BAB}" dt="2026-09-29T20:54:27.259" v="337" actId="207"/>
          <ac:spMkLst>
            <pc:docMk/>
            <pc:sldMk cId="602129940" sldId="263"/>
            <ac:spMk id="336" creationId="{BD477FDB-FC87-F16E-DCDA-1464C3781A0D}"/>
          </ac:spMkLst>
        </pc:spChg>
        <pc:spChg chg="add mod">
          <ac:chgData name="Mary Uche" userId="916753571ccc1bcb" providerId="LiveId" clId="{71F30A32-F182-433C-8D5A-B61A35848BAB}" dt="2026-09-29T20:55:19.009" v="349" actId="207"/>
          <ac:spMkLst>
            <pc:docMk/>
            <pc:sldMk cId="602129940" sldId="263"/>
            <ac:spMk id="337" creationId="{C94AE8BE-B748-93E6-7284-85A40C447D26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38" creationId="{5110F67E-03F0-A4DD-559A-EE8E630252EE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39" creationId="{2981C266-D4FE-20B3-220C-C37CCAC397FB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40" creationId="{DE94AD10-5B90-DBC2-9831-69F64C4E92FE}"/>
          </ac:spMkLst>
        </pc:spChg>
        <pc:spChg chg="add mod">
          <ac:chgData name="Mary Uche" userId="916753571ccc1bcb" providerId="LiveId" clId="{71F30A32-F182-433C-8D5A-B61A35848BAB}" dt="2026-09-29T20:54:59.091" v="345" actId="207"/>
          <ac:spMkLst>
            <pc:docMk/>
            <pc:sldMk cId="602129940" sldId="263"/>
            <ac:spMk id="341" creationId="{7D945644-29A7-9312-72A4-74A1F0F877E5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42" creationId="{6BF7EE9D-BD2D-1C13-6726-116C8A82EA5D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43" creationId="{0536CA2E-0916-2E49-7FF8-F3A45A728725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44" creationId="{1CC4BB2C-CD7C-B83F-EA10-3475B261C4F7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45" creationId="{AEA17544-EF51-E30C-1510-D527DF13D1A8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46" creationId="{6D16C830-1B58-FEF9-1248-8F605C6FD593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47" creationId="{A9837A9C-6E70-2C1A-EFE0-D15833DDB12D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48" creationId="{75CA9ED8-1610-4612-A901-245B58A5CA45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49" creationId="{F81588BA-DE5F-63A1-9119-E9823F180544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50" creationId="{61172F90-C9FB-A2CC-6821-9A76AEBA53DB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51" creationId="{77502842-7A2B-9F97-3404-1ACF8A6DAE7D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52" creationId="{0E70B343-26A7-49D8-7C47-6BF4D343B276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53" creationId="{41FC4F39-BE1B-C7C0-ACBB-17D8F5D9476D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54" creationId="{5ECAFE74-4D2A-4357-C112-79DF3B15DE5C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55" creationId="{C9D57223-ACDF-6F3D-166E-21A7A7BF44FB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56" creationId="{219D06E8-5F6E-AFA6-68AC-EB2A559588CA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57" creationId="{371DEBE8-C419-9175-BFB1-BEDE0D94E908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58" creationId="{3158277A-A0A0-759E-1E75-A9AFF0D8B256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59" creationId="{AC551D4A-D2F3-0288-0C1F-83FABD770067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60" creationId="{A872972F-54A9-08C0-6450-9C1E30B6FD71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61" creationId="{8D0DE862-1E82-F6B2-58D6-433EBACFAB9C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62" creationId="{5C06C583-839F-EAE8-1F72-793A4C04A3DB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63" creationId="{338BFCB2-C780-B049-3C48-20F8E53F3037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64" creationId="{34BF3269-CF2B-8516-3128-50F764279C02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65" creationId="{1788457E-5848-1336-8456-757356B8DFA3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66" creationId="{B02AB45C-5C01-2783-C895-5CDBEC3B6B86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67" creationId="{B17D3228-B9D4-D3DA-ED5E-C0683B98FB9B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68" creationId="{65055046-1AA2-EB87-61A5-2873B16CEAD0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69" creationId="{AB9D684D-59BE-90F8-FB0F-318C3D788DEA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70" creationId="{58983931-7127-3C82-D295-1FDF25CE4866}"/>
          </ac:spMkLst>
        </pc:spChg>
        <pc:spChg chg="add mod">
          <ac:chgData name="Mary Uche" userId="916753571ccc1bcb" providerId="LiveId" clId="{71F30A32-F182-433C-8D5A-B61A35848BAB}" dt="2026-09-29T20:55:07.099" v="347" actId="14100"/>
          <ac:spMkLst>
            <pc:docMk/>
            <pc:sldMk cId="602129940" sldId="263"/>
            <ac:spMk id="371" creationId="{23643005-6AF6-0D3F-7526-DBA2C061B6EC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72" creationId="{2B4BEB90-708F-0643-4F27-8675DD8CAFDE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73" creationId="{5E6FE15F-1E63-A5BD-2ECF-C25E25A48A2E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74" creationId="{3531005E-068B-5CA6-DA8B-448B8768A9D5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75" creationId="{C4CF420F-FE7E-22E3-8360-3FDF1BF6866A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76" creationId="{D4F96838-181D-5D10-634F-1E5E23D668CA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77" creationId="{271D36EF-4392-146D-1E75-215645EB638A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78" creationId="{9D4467DC-0794-36AC-BF74-B562C96A88CE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79" creationId="{3B50F970-5D72-3427-CFF9-35DB4DE371DF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80" creationId="{0D6BFC95-D535-17DE-25A1-461B4BF36BBB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81" creationId="{75D01D1F-035C-6C85-C260-3BB3BFDA77B9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82" creationId="{C0BB3037-6318-039E-E942-DD277EA01FC0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83" creationId="{B501BE51-A411-D588-2894-68373D2F2797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84" creationId="{99AFA7CB-3E90-7D40-78ED-B3AA40ED7B6B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85" creationId="{04319302-FC53-2850-C1A7-C4EE6525E118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86" creationId="{5DDED063-120D-3829-D898-C4C30F153884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87" creationId="{1F84332A-7518-ACB3-7F99-D37A6D4F0A97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88" creationId="{C2C725FB-F216-47E8-F251-5D7926D67E4E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89" creationId="{94A928DA-A7E3-886E-C346-EB4963DA8F43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90" creationId="{CE71BC8C-8C07-8DEC-D41F-1EDAC6B06ECF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91" creationId="{74A538B1-8229-57C8-361E-C612C0F242E7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92" creationId="{912ABA68-6892-BCF2-DE28-BC736A280BB0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93" creationId="{11C4D0ED-7F76-FFC9-E86E-CACEED423CF1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94" creationId="{BB4374C3-87DA-3985-68F0-D62EBE23F971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95" creationId="{AE7EA0B5-E850-EA63-D589-6830B71E08C7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96" creationId="{6BE71E83-EBF6-BCDA-6EAB-439B9F3E847D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97" creationId="{89335229-51A0-2023-76FB-31F57C685EBC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98" creationId="{F6032A43-E7B4-B239-8017-429DAC51AB1F}"/>
          </ac:spMkLst>
        </pc:spChg>
        <pc:spChg chg="add mod">
          <ac:chgData name="Mary Uche" userId="916753571ccc1bcb" providerId="LiveId" clId="{71F30A32-F182-433C-8D5A-B61A35848BAB}" dt="2026-09-29T20:54:15.144" v="335"/>
          <ac:spMkLst>
            <pc:docMk/>
            <pc:sldMk cId="602129940" sldId="263"/>
            <ac:spMk id="399" creationId="{B6530A1A-CBDE-8637-1E51-7C4CE8585302}"/>
          </ac:spMkLst>
        </pc:spChg>
        <pc:spChg chg="add del mod">
          <ac:chgData name="Mary Uche" userId="916753571ccc1bcb" providerId="LiveId" clId="{71F30A32-F182-433C-8D5A-B61A35848BAB}" dt="2026-09-29T20:54:35.569" v="341" actId="478"/>
          <ac:spMkLst>
            <pc:docMk/>
            <pc:sldMk cId="602129940" sldId="263"/>
            <ac:spMk id="400" creationId="{52802AC8-8EE3-76AC-987E-E4D4AE1C674B}"/>
          </ac:spMkLst>
        </pc:spChg>
        <pc:spChg chg="add del mod">
          <ac:chgData name="Mary Uche" userId="916753571ccc1bcb" providerId="LiveId" clId="{71F30A32-F182-433C-8D5A-B61A35848BAB}" dt="2026-09-29T20:54:33.563" v="340" actId="478"/>
          <ac:spMkLst>
            <pc:docMk/>
            <pc:sldMk cId="602129940" sldId="263"/>
            <ac:spMk id="401" creationId="{EC61FD8D-C368-BA16-E6B8-82BB2B30B540}"/>
          </ac:spMkLst>
        </pc:spChg>
      </pc:sldChg>
      <pc:sldChg chg="modSp mod">
        <pc:chgData name="Mary Uche" userId="916753571ccc1bcb" providerId="LiveId" clId="{71F30A32-F182-433C-8D5A-B61A35848BAB}" dt="2026-09-29T20:31:18.557" v="84" actId="207"/>
        <pc:sldMkLst>
          <pc:docMk/>
          <pc:sldMk cId="802054879" sldId="264"/>
        </pc:sldMkLst>
        <pc:graphicFrameChg chg="mod modGraphic">
          <ac:chgData name="Mary Uche" userId="916753571ccc1bcb" providerId="LiveId" clId="{71F30A32-F182-433C-8D5A-B61A35848BAB}" dt="2026-09-29T20:31:18.557" v="84" actId="207"/>
          <ac:graphicFrameMkLst>
            <pc:docMk/>
            <pc:sldMk cId="802054879" sldId="264"/>
            <ac:graphicFrameMk id="63" creationId="{AB2EC2D0-FD71-C6DE-0EB1-62E0154106A9}"/>
          </ac:graphicFrameMkLst>
        </pc:graphicFrameChg>
      </pc:sldChg>
      <pc:sldChg chg="addSp delSp modSp new mod">
        <pc:chgData name="Mary Uche" userId="916753571ccc1bcb" providerId="LiveId" clId="{71F30A32-F182-433C-8D5A-B61A35848BAB}" dt="2026-09-29T20:35:56.789" v="150" actId="14100"/>
        <pc:sldMkLst>
          <pc:docMk/>
          <pc:sldMk cId="2652174461" sldId="265"/>
        </pc:sldMkLst>
        <pc:spChg chg="add mod">
          <ac:chgData name="Mary Uche" userId="916753571ccc1bcb" providerId="LiveId" clId="{71F30A32-F182-433C-8D5A-B61A35848BAB}" dt="2026-09-29T20:35:56.789" v="150" actId="14100"/>
          <ac:spMkLst>
            <pc:docMk/>
            <pc:sldMk cId="2652174461" sldId="265"/>
            <ac:spMk id="2" creationId="{5BE468FB-22B4-82EB-E8F3-935E5A7A38EF}"/>
          </ac:spMkLst>
        </pc:spChg>
        <pc:spChg chg="add mod">
          <ac:chgData name="Mary Uche" userId="916753571ccc1bcb" providerId="LiveId" clId="{71F30A32-F182-433C-8D5A-B61A35848BAB}" dt="2026-09-29T20:32:49.645" v="116" actId="14100"/>
          <ac:spMkLst>
            <pc:docMk/>
            <pc:sldMk cId="2652174461" sldId="265"/>
            <ac:spMk id="3" creationId="{7A549450-0ED2-4D2D-C075-440242DD8AB5}"/>
          </ac:spMkLst>
        </pc:spChg>
        <pc:spChg chg="add mod">
          <ac:chgData name="Mary Uche" userId="916753571ccc1bcb" providerId="LiveId" clId="{71F30A32-F182-433C-8D5A-B61A35848BAB}" dt="2026-09-29T20:33:02.254" v="119" actId="207"/>
          <ac:spMkLst>
            <pc:docMk/>
            <pc:sldMk cId="2652174461" sldId="265"/>
            <ac:spMk id="4" creationId="{C41BBAC3-C19B-BAFF-A2C2-4054EE4307EA}"/>
          </ac:spMkLst>
        </pc:spChg>
        <pc:spChg chg="add mod">
          <ac:chgData name="Mary Uche" userId="916753571ccc1bcb" providerId="LiveId" clId="{71F30A32-F182-433C-8D5A-B61A35848BAB}" dt="2026-09-29T20:32:38.924" v="114" actId="1076"/>
          <ac:spMkLst>
            <pc:docMk/>
            <pc:sldMk cId="2652174461" sldId="265"/>
            <ac:spMk id="5" creationId="{B89DA6A1-AF40-B5D0-9973-5B7FBAD65EC2}"/>
          </ac:spMkLst>
        </pc:spChg>
        <pc:spChg chg="add del mod">
          <ac:chgData name="Mary Uche" userId="916753571ccc1bcb" providerId="LiveId" clId="{71F30A32-F182-433C-8D5A-B61A35848BAB}" dt="2026-09-29T20:35:52.085" v="149" actId="478"/>
          <ac:spMkLst>
            <pc:docMk/>
            <pc:sldMk cId="2652174461" sldId="265"/>
            <ac:spMk id="6" creationId="{FD12E8A1-0DA5-9847-3B91-AD46A7EB5A9A}"/>
          </ac:spMkLst>
        </pc:spChg>
        <pc:spChg chg="add del mod">
          <ac:chgData name="Mary Uche" userId="916753571ccc1bcb" providerId="LiveId" clId="{71F30A32-F182-433C-8D5A-B61A35848BAB}" dt="2026-09-29T20:35:49.589" v="148" actId="478"/>
          <ac:spMkLst>
            <pc:docMk/>
            <pc:sldMk cId="2652174461" sldId="265"/>
            <ac:spMk id="7" creationId="{B562B90E-BE15-F00E-705A-C874EFC7FF61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8" creationId="{887232AE-332A-7765-FBF9-4CF231508DC6}"/>
          </ac:spMkLst>
        </pc:spChg>
        <pc:spChg chg="add mod">
          <ac:chgData name="Mary Uche" userId="916753571ccc1bcb" providerId="LiveId" clId="{71F30A32-F182-433C-8D5A-B61A35848BAB}" dt="2026-09-29T20:33:19.677" v="121" actId="207"/>
          <ac:spMkLst>
            <pc:docMk/>
            <pc:sldMk cId="2652174461" sldId="265"/>
            <ac:spMk id="9" creationId="{4FF20B23-5924-9A45-47E2-566390B037CE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10" creationId="{F3AF4829-CD12-2DDE-A4CD-94C513697A91}"/>
          </ac:spMkLst>
        </pc:spChg>
        <pc:spChg chg="add mod">
          <ac:chgData name="Mary Uche" userId="916753571ccc1bcb" providerId="LiveId" clId="{71F30A32-F182-433C-8D5A-B61A35848BAB}" dt="2026-09-29T20:33:26.715" v="122" actId="207"/>
          <ac:spMkLst>
            <pc:docMk/>
            <pc:sldMk cId="2652174461" sldId="265"/>
            <ac:spMk id="11" creationId="{A7D80337-C059-E592-71E8-74338F130A9C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12" creationId="{CA0941C2-2BE0-66C7-5798-7695E40E4370}"/>
          </ac:spMkLst>
        </pc:spChg>
        <pc:spChg chg="add mod">
          <ac:chgData name="Mary Uche" userId="916753571ccc1bcb" providerId="LiveId" clId="{71F30A32-F182-433C-8D5A-B61A35848BAB}" dt="2026-09-29T20:33:31.869" v="123" actId="207"/>
          <ac:spMkLst>
            <pc:docMk/>
            <pc:sldMk cId="2652174461" sldId="265"/>
            <ac:spMk id="13" creationId="{BE691D73-C95E-983C-6468-20EE76AD1E30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14" creationId="{7E81EE21-51CF-143A-7CBE-15BF0F601FD3}"/>
          </ac:spMkLst>
        </pc:spChg>
        <pc:spChg chg="add mod">
          <ac:chgData name="Mary Uche" userId="916753571ccc1bcb" providerId="LiveId" clId="{71F30A32-F182-433C-8D5A-B61A35848BAB}" dt="2026-09-29T20:33:36.319" v="124" actId="207"/>
          <ac:spMkLst>
            <pc:docMk/>
            <pc:sldMk cId="2652174461" sldId="265"/>
            <ac:spMk id="15" creationId="{8EFCD221-1A85-2B91-1FF6-B3A89E6CA6D7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16" creationId="{0DB62346-155F-C561-580F-130F7AA82D4A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17" creationId="{E7927E8C-1984-B634-BA8F-21F516A5C743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18" creationId="{D89B2646-9567-5BA8-56EB-B2FCC02A83D8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19" creationId="{4237AD0B-E376-8F88-2C0A-90D526DF1AE5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20" creationId="{86D51049-A22A-E9A1-F84A-023856FAC68B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21" creationId="{74ECAEA7-711C-FC4C-3533-CA8BB4DAAB47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22" creationId="{92A9F15A-738E-25CB-4447-CEAEE82CE8F5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23" creationId="{9E3A2531-BCA5-14FD-C74B-9D6BBDCFC84F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24" creationId="{38789368-21BC-33D1-3CB3-E4343C228607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25" creationId="{2434F8A5-F1FF-9C73-F7EF-10B24753FDF2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26" creationId="{ACA0DDE0-4D55-37C2-69F8-55C07215E991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27" creationId="{74867BC8-DB35-7507-4410-2D56E9185A7E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28" creationId="{344AD66C-D52C-91C5-C830-CC98C0AB118A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29" creationId="{778A0A3C-C4AF-4F07-B7FA-C3936A2A915E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30" creationId="{40798949-D724-4447-91E7-C3D210940EE5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31" creationId="{8323C39B-ECCC-F672-0350-044137A0492D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32" creationId="{DA495220-9DA0-6891-9219-CA4B232CCC19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33" creationId="{88110D50-224D-1FE3-E98A-A62BC4325DE0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34" creationId="{556966EB-0C12-155C-E62A-6AC17D23EED6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35" creationId="{7AB2C14C-43D2-FF33-E3CE-53C91804181D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36" creationId="{7C5C2A99-4DC5-0E39-3178-8D00288CA8BC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37" creationId="{2026C231-88AA-F688-88C3-6C00D5D98991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38" creationId="{45E5977D-A645-D91E-22B0-6B86867E7F3C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39" creationId="{A295B193-5C82-1D35-E331-C0EF5A3ACFF8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40" creationId="{7DE94D96-BA9A-C2FF-0073-544162BF74C5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41" creationId="{95F899FE-4367-AF2E-F73E-744579E73119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42" creationId="{1A67320B-319A-2EC1-BD1D-333AB09C6969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43" creationId="{16F80DDE-7927-AA10-3EEA-2521B016FEAD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44" creationId="{3B1B0E5B-17D7-D479-F2D6-5770F61BC55B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45" creationId="{9982D293-1698-11BD-9EBF-E6E90CF062D5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46" creationId="{3E3D4CE2-F22B-19B0-C8EF-B00E990BA341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47" creationId="{3B82D344-17D2-BBF2-E3E3-0AC96D96A58D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48" creationId="{5B581763-09C3-45E3-B4AF-752333159C28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49" creationId="{6DCE4DF2-A6D7-2304-5CF8-1986C0BD6732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50" creationId="{0BEB9C14-E53C-B1BA-28F8-BF0E3F117E05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51" creationId="{CC41583B-8BD1-46F0-AA3E-62353EC10406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52" creationId="{B3FDFF1E-FFB5-6890-49E4-8D7FFBF1633C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53" creationId="{058EF738-5C34-C71A-1E08-9995D9163A3C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54" creationId="{7009A5E7-867D-0207-FB1A-ACE303276F63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55" creationId="{2F05E702-C5AD-6382-1EAF-A0925AB5C7B3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56" creationId="{B8C4872D-44A6-E6AC-FF6A-465FE84D368B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57" creationId="{F6AC934C-F356-E330-24B3-3C69320AB108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58" creationId="{9C398670-AEE9-F2F9-5089-6A2E012092DA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59" creationId="{993F159E-F9D6-0B31-0A64-C4CF00573B96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60" creationId="{D6A40E00-137B-E089-0494-E0B3E18295C9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61" creationId="{DBD124B2-5915-89D7-A4B0-5C4A803E4089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62" creationId="{EB607448-AE40-B2EB-FE85-602E8FE6235D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63" creationId="{15C04438-1620-0637-3CC9-CDE0FC8BE3AF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64" creationId="{57DBF211-4450-A36D-B339-938094C305C9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65" creationId="{E458C198-21C2-11C8-9B92-35D78087AB11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66" creationId="{F534F665-C575-46B8-FC03-103F4CECED5B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67" creationId="{A677B259-AA43-2880-6AB1-209159E9388D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68" creationId="{22A44530-14D3-B82D-F87B-CC72FAC1EC1C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69" creationId="{EA2A7061-37D8-F243-46F5-E7F2004C1B38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70" creationId="{0015D6E1-6305-D59E-8363-419FAED66F23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71" creationId="{7B05A829-D976-F2BE-AC65-8706F5935FEB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72" creationId="{5E5F2D9B-0BF7-733B-94F7-53EEC07B013F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73" creationId="{B8AC5A8C-2CA2-38EE-B911-DFCAF9992C65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74" creationId="{E21DDA3C-C2D5-6ABC-3569-3024EF3F2F7D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75" creationId="{D655693D-A0E7-5740-9161-06A0763FB018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76" creationId="{498FF473-1F93-D845-90AA-F5D1A98A9D39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77" creationId="{3B1D5E0B-93B0-11D8-6568-4334BA6ECC22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78" creationId="{2D01577A-D58D-B4CA-1756-C6E48803E4EC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79" creationId="{1B564C73-DA49-59AF-363D-9FDA1AAC8460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80" creationId="{75F11C48-C2C7-AB1B-4C95-78A9166D47F2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81" creationId="{C9710CF2-8BC1-6C4A-F2F2-96AE731E78E1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82" creationId="{40AC5E81-02BC-3511-EDE3-5E5CA00146AC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83" creationId="{BE5DD425-19E7-2E8E-8407-EF8B0BF3962E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84" creationId="{84DFDB00-57EB-D38F-758E-3AADDCFC81C2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85" creationId="{625A17E9-F53C-3C53-7E46-5BD037E9B3D2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86" creationId="{84F55B29-CD0A-B831-CF22-231EDDEA816E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87" creationId="{7A5D18E2-53F0-B39D-6ED1-34ECBE18284F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88" creationId="{AAB325DD-6FB9-5698-68D4-8FE0181111ED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89" creationId="{1EB00E60-D7FF-B88B-260C-16CD74CB9C25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90" creationId="{9C3305A0-4D94-B6B5-390F-89F1E7854556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91" creationId="{2565814D-E57A-F198-FD27-4249FB8827A8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92" creationId="{003CB308-77C3-B931-4DFE-5089A25FB371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93" creationId="{56950725-6845-B5EC-D2E8-850ACBD443AA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94" creationId="{6ADB8546-7D51-51B8-2F2A-1EF9D07C3E2F}"/>
          </ac:spMkLst>
        </pc:spChg>
        <pc:spChg chg="add mod">
          <ac:chgData name="Mary Uche" userId="916753571ccc1bcb" providerId="LiveId" clId="{71F30A32-F182-433C-8D5A-B61A35848BAB}" dt="2026-09-29T20:32:04.945" v="86"/>
          <ac:spMkLst>
            <pc:docMk/>
            <pc:sldMk cId="2652174461" sldId="265"/>
            <ac:spMk id="95" creationId="{C821C3F9-62F2-379B-6A0B-772911B28312}"/>
          </ac:spMkLst>
        </pc:spChg>
      </pc:sldChg>
      <pc:sldChg chg="addSp delSp modSp new mod">
        <pc:chgData name="Mary Uche" userId="916753571ccc1bcb" providerId="LiveId" clId="{71F30A32-F182-433C-8D5A-B61A35848BAB}" dt="2026-09-29T20:36:11.124" v="154" actId="478"/>
        <pc:sldMkLst>
          <pc:docMk/>
          <pc:sldMk cId="278440959" sldId="266"/>
        </pc:sldMkLst>
        <pc:spChg chg="add mod">
          <ac:chgData name="Mary Uche" userId="916753571ccc1bcb" providerId="LiveId" clId="{71F30A32-F182-433C-8D5A-B61A35848BAB}" dt="2026-09-29T20:34:35.469" v="130" actId="207"/>
          <ac:spMkLst>
            <pc:docMk/>
            <pc:sldMk cId="278440959" sldId="266"/>
            <ac:spMk id="2" creationId="{EB6D53D9-AD2D-4A97-DF10-D3C57C242C36}"/>
          </ac:spMkLst>
        </pc:spChg>
        <pc:spChg chg="add mod">
          <ac:chgData name="Mary Uche" userId="916753571ccc1bcb" providerId="LiveId" clId="{71F30A32-F182-433C-8D5A-B61A35848BAB}" dt="2026-09-29T20:34:40.080" v="132" actId="207"/>
          <ac:spMkLst>
            <pc:docMk/>
            <pc:sldMk cId="278440959" sldId="266"/>
            <ac:spMk id="3" creationId="{9C7AA55E-9DBF-7D10-4011-727D84840ABA}"/>
          </ac:spMkLst>
        </pc:spChg>
        <pc:spChg chg="add mod">
          <ac:chgData name="Mary Uche" userId="916753571ccc1bcb" providerId="LiveId" clId="{71F30A32-F182-433C-8D5A-B61A35848BAB}" dt="2026-09-29T20:35:05.217" v="142" actId="1076"/>
          <ac:spMkLst>
            <pc:docMk/>
            <pc:sldMk cId="278440959" sldId="266"/>
            <ac:spMk id="4" creationId="{998CEE87-F532-71F5-FB10-66193CBC4CED}"/>
          </ac:spMkLst>
        </pc:spChg>
        <pc:spChg chg="add mod">
          <ac:chgData name="Mary Uche" userId="916753571ccc1bcb" providerId="LiveId" clId="{71F30A32-F182-433C-8D5A-B61A35848BAB}" dt="2026-09-29T20:34:25.237" v="129"/>
          <ac:spMkLst>
            <pc:docMk/>
            <pc:sldMk cId="278440959" sldId="266"/>
            <ac:spMk id="5" creationId="{569E7E65-22F7-8C86-9F48-FF39F6210A46}"/>
          </ac:spMkLst>
        </pc:spChg>
        <pc:spChg chg="add del mod">
          <ac:chgData name="Mary Uche" userId="916753571ccc1bcb" providerId="LiveId" clId="{71F30A32-F182-433C-8D5A-B61A35848BAB}" dt="2026-09-29T20:36:11.124" v="154" actId="478"/>
          <ac:spMkLst>
            <pc:docMk/>
            <pc:sldMk cId="278440959" sldId="266"/>
            <ac:spMk id="6" creationId="{CE9BCBBA-48A3-FDCE-4A68-E57008BCC52A}"/>
          </ac:spMkLst>
        </pc:spChg>
        <pc:spChg chg="add del mod">
          <ac:chgData name="Mary Uche" userId="916753571ccc1bcb" providerId="LiveId" clId="{71F30A32-F182-433C-8D5A-B61A35848BAB}" dt="2026-09-29T20:36:09.822" v="153" actId="478"/>
          <ac:spMkLst>
            <pc:docMk/>
            <pc:sldMk cId="278440959" sldId="266"/>
            <ac:spMk id="7" creationId="{96CEF993-74BF-507B-DAAE-47AF1E4073C7}"/>
          </ac:spMkLst>
        </pc:spChg>
        <pc:spChg chg="add mod">
          <ac:chgData name="Mary Uche" userId="916753571ccc1bcb" providerId="LiveId" clId="{71F30A32-F182-433C-8D5A-B61A35848BAB}" dt="2026-09-29T20:35:10.599" v="147" actId="20577"/>
          <ac:spMkLst>
            <pc:docMk/>
            <pc:sldMk cId="278440959" sldId="266"/>
            <ac:spMk id="8" creationId="{067AA54F-F891-9743-96B1-E346FF83DFA1}"/>
          </ac:spMkLst>
        </pc:spChg>
        <pc:spChg chg="add mod">
          <ac:chgData name="Mary Uche" userId="916753571ccc1bcb" providerId="LiveId" clId="{71F30A32-F182-433C-8D5A-B61A35848BAB}" dt="2026-09-29T20:34:25.237" v="129"/>
          <ac:spMkLst>
            <pc:docMk/>
            <pc:sldMk cId="278440959" sldId="266"/>
            <ac:spMk id="9" creationId="{DFD32445-EA20-4095-FCD2-603A3F03F370}"/>
          </ac:spMkLst>
        </pc:spChg>
        <pc:spChg chg="add mod">
          <ac:chgData name="Mary Uche" userId="916753571ccc1bcb" providerId="LiveId" clId="{71F30A32-F182-433C-8D5A-B61A35848BAB}" dt="2026-09-29T20:34:25.237" v="129"/>
          <ac:spMkLst>
            <pc:docMk/>
            <pc:sldMk cId="278440959" sldId="266"/>
            <ac:spMk id="10" creationId="{A427F068-983A-671E-D5B4-72BEA4737116}"/>
          </ac:spMkLst>
        </pc:spChg>
        <pc:spChg chg="add mod">
          <ac:chgData name="Mary Uche" userId="916753571ccc1bcb" providerId="LiveId" clId="{71F30A32-F182-433C-8D5A-B61A35848BAB}" dt="2026-09-29T20:34:25.237" v="129"/>
          <ac:spMkLst>
            <pc:docMk/>
            <pc:sldMk cId="278440959" sldId="266"/>
            <ac:spMk id="11" creationId="{FCB0CBBB-FF84-9BB0-4905-EB3D25CED9F3}"/>
          </ac:spMkLst>
        </pc:spChg>
        <pc:spChg chg="add mod">
          <ac:chgData name="Mary Uche" userId="916753571ccc1bcb" providerId="LiveId" clId="{71F30A32-F182-433C-8D5A-B61A35848BAB}" dt="2026-09-29T20:34:25.237" v="129"/>
          <ac:spMkLst>
            <pc:docMk/>
            <pc:sldMk cId="278440959" sldId="266"/>
            <ac:spMk id="12" creationId="{28C84D0E-E4BF-42B6-E6B2-7C0FB9DB83A8}"/>
          </ac:spMkLst>
        </pc:spChg>
        <pc:spChg chg="add mod">
          <ac:chgData name="Mary Uche" userId="916753571ccc1bcb" providerId="LiveId" clId="{71F30A32-F182-433C-8D5A-B61A35848BAB}" dt="2026-09-29T20:34:25.237" v="129"/>
          <ac:spMkLst>
            <pc:docMk/>
            <pc:sldMk cId="278440959" sldId="266"/>
            <ac:spMk id="13" creationId="{37D88AEB-D2F7-FB47-236E-4DDB19C043AD}"/>
          </ac:spMkLst>
        </pc:spChg>
        <pc:spChg chg="add mod">
          <ac:chgData name="Mary Uche" userId="916753571ccc1bcb" providerId="LiveId" clId="{71F30A32-F182-433C-8D5A-B61A35848BAB}" dt="2026-09-29T20:34:25.237" v="129"/>
          <ac:spMkLst>
            <pc:docMk/>
            <pc:sldMk cId="278440959" sldId="266"/>
            <ac:spMk id="14" creationId="{6C2ECDDC-C9EC-6261-008B-5A912E65C03F}"/>
          </ac:spMkLst>
        </pc:spChg>
        <pc:spChg chg="add mod">
          <ac:chgData name="Mary Uche" userId="916753571ccc1bcb" providerId="LiveId" clId="{71F30A32-F182-433C-8D5A-B61A35848BAB}" dt="2026-09-29T20:34:25.237" v="129"/>
          <ac:spMkLst>
            <pc:docMk/>
            <pc:sldMk cId="278440959" sldId="266"/>
            <ac:spMk id="15" creationId="{1CD65FF6-6F98-E134-C487-1E81CF4D3060}"/>
          </ac:spMkLst>
        </pc:spChg>
        <pc:spChg chg="add mod">
          <ac:chgData name="Mary Uche" userId="916753571ccc1bcb" providerId="LiveId" clId="{71F30A32-F182-433C-8D5A-B61A35848BAB}" dt="2026-09-29T20:34:25.237" v="129"/>
          <ac:spMkLst>
            <pc:docMk/>
            <pc:sldMk cId="278440959" sldId="266"/>
            <ac:spMk id="16" creationId="{112F15C3-4E4C-E1A2-B52E-05D450DBE180}"/>
          </ac:spMkLst>
        </pc:spChg>
        <pc:spChg chg="add mod">
          <ac:chgData name="Mary Uche" userId="916753571ccc1bcb" providerId="LiveId" clId="{71F30A32-F182-433C-8D5A-B61A35848BAB}" dt="2026-09-29T20:34:25.237" v="129"/>
          <ac:spMkLst>
            <pc:docMk/>
            <pc:sldMk cId="278440959" sldId="266"/>
            <ac:spMk id="17" creationId="{9D24DDD4-1D1A-50B1-19AA-91FC0D427F07}"/>
          </ac:spMkLst>
        </pc:spChg>
        <pc:spChg chg="add mod">
          <ac:chgData name="Mary Uche" userId="916753571ccc1bcb" providerId="LiveId" clId="{71F30A32-F182-433C-8D5A-B61A35848BAB}" dt="2026-09-29T20:34:25.237" v="129"/>
          <ac:spMkLst>
            <pc:docMk/>
            <pc:sldMk cId="278440959" sldId="266"/>
            <ac:spMk id="18" creationId="{EC5F8C8C-35F4-ADB2-0178-809E53EC3B9D}"/>
          </ac:spMkLst>
        </pc:spChg>
        <pc:spChg chg="add mod">
          <ac:chgData name="Mary Uche" userId="916753571ccc1bcb" providerId="LiveId" clId="{71F30A32-F182-433C-8D5A-B61A35848BAB}" dt="2026-09-29T20:34:25.237" v="129"/>
          <ac:spMkLst>
            <pc:docMk/>
            <pc:sldMk cId="278440959" sldId="266"/>
            <ac:spMk id="19" creationId="{A200316F-7844-EB13-7E36-678CBF55141F}"/>
          </ac:spMkLst>
        </pc:spChg>
        <pc:spChg chg="add mod">
          <ac:chgData name="Mary Uche" userId="916753571ccc1bcb" providerId="LiveId" clId="{71F30A32-F182-433C-8D5A-B61A35848BAB}" dt="2026-09-29T20:34:25.237" v="129"/>
          <ac:spMkLst>
            <pc:docMk/>
            <pc:sldMk cId="278440959" sldId="266"/>
            <ac:spMk id="20" creationId="{CB874BB3-AF86-61A3-7CCB-EAE9C6AC7C69}"/>
          </ac:spMkLst>
        </pc:spChg>
        <pc:spChg chg="add mod">
          <ac:chgData name="Mary Uche" userId="916753571ccc1bcb" providerId="LiveId" clId="{71F30A32-F182-433C-8D5A-B61A35848BAB}" dt="2026-09-29T20:34:25.237" v="129"/>
          <ac:spMkLst>
            <pc:docMk/>
            <pc:sldMk cId="278440959" sldId="266"/>
            <ac:spMk id="21" creationId="{2DE60275-0885-9074-3EE3-DF30409ED758}"/>
          </ac:spMkLst>
        </pc:spChg>
        <pc:spChg chg="add mod">
          <ac:chgData name="Mary Uche" userId="916753571ccc1bcb" providerId="LiveId" clId="{71F30A32-F182-433C-8D5A-B61A35848BAB}" dt="2026-09-29T20:34:25.237" v="129"/>
          <ac:spMkLst>
            <pc:docMk/>
            <pc:sldMk cId="278440959" sldId="266"/>
            <ac:spMk id="22" creationId="{308C879B-E014-9397-3F54-FA116A68F0C3}"/>
          </ac:spMkLst>
        </pc:spChg>
        <pc:spChg chg="add mod">
          <ac:chgData name="Mary Uche" userId="916753571ccc1bcb" providerId="LiveId" clId="{71F30A32-F182-433C-8D5A-B61A35848BAB}" dt="2026-09-29T20:34:25.237" v="129"/>
          <ac:spMkLst>
            <pc:docMk/>
            <pc:sldMk cId="278440959" sldId="266"/>
            <ac:spMk id="23" creationId="{D56DF77B-3ADC-57CD-DF87-D9E86809EA9E}"/>
          </ac:spMkLst>
        </pc:spChg>
        <pc:spChg chg="add mod">
          <ac:chgData name="Mary Uche" userId="916753571ccc1bcb" providerId="LiveId" clId="{71F30A32-F182-433C-8D5A-B61A35848BAB}" dt="2026-09-29T20:34:25.237" v="129"/>
          <ac:spMkLst>
            <pc:docMk/>
            <pc:sldMk cId="278440959" sldId="266"/>
            <ac:spMk id="24" creationId="{1C153484-C7C8-FF95-8ACF-A94E58BF5663}"/>
          </ac:spMkLst>
        </pc:spChg>
        <pc:spChg chg="add mod">
          <ac:chgData name="Mary Uche" userId="916753571ccc1bcb" providerId="LiveId" clId="{71F30A32-F182-433C-8D5A-B61A35848BAB}" dt="2026-09-29T20:34:25.237" v="129"/>
          <ac:spMkLst>
            <pc:docMk/>
            <pc:sldMk cId="278440959" sldId="266"/>
            <ac:spMk id="25" creationId="{E335882B-098A-177D-9C0A-234951D80E82}"/>
          </ac:spMkLst>
        </pc:spChg>
        <pc:spChg chg="add mod">
          <ac:chgData name="Mary Uche" userId="916753571ccc1bcb" providerId="LiveId" clId="{71F30A32-F182-433C-8D5A-B61A35848BAB}" dt="2026-09-29T20:34:25.237" v="129"/>
          <ac:spMkLst>
            <pc:docMk/>
            <pc:sldMk cId="278440959" sldId="266"/>
            <ac:spMk id="26" creationId="{CFE67CD5-F9F0-D1AB-15ED-E930EF013523}"/>
          </ac:spMkLst>
        </pc:spChg>
        <pc:spChg chg="add mod">
          <ac:chgData name="Mary Uche" userId="916753571ccc1bcb" providerId="LiveId" clId="{71F30A32-F182-433C-8D5A-B61A35848BAB}" dt="2026-09-29T20:34:25.237" v="129"/>
          <ac:spMkLst>
            <pc:docMk/>
            <pc:sldMk cId="278440959" sldId="266"/>
            <ac:spMk id="27" creationId="{E605DAEF-0B8E-AE71-C0CB-FA8DA90BFA71}"/>
          </ac:spMkLst>
        </pc:spChg>
        <pc:spChg chg="add mod">
          <ac:chgData name="Mary Uche" userId="916753571ccc1bcb" providerId="LiveId" clId="{71F30A32-F182-433C-8D5A-B61A35848BAB}" dt="2026-09-29T20:34:25.237" v="129"/>
          <ac:spMkLst>
            <pc:docMk/>
            <pc:sldMk cId="278440959" sldId="266"/>
            <ac:spMk id="28" creationId="{E2FF79D9-E0C1-9E6B-F1A3-8FABFB054F9C}"/>
          </ac:spMkLst>
        </pc:spChg>
        <pc:spChg chg="add mod">
          <ac:chgData name="Mary Uche" userId="916753571ccc1bcb" providerId="LiveId" clId="{71F30A32-F182-433C-8D5A-B61A35848BAB}" dt="2026-09-29T20:34:25.237" v="129"/>
          <ac:spMkLst>
            <pc:docMk/>
            <pc:sldMk cId="278440959" sldId="266"/>
            <ac:spMk id="29" creationId="{269F656F-B6B1-2F2F-AF23-19E5A6F9C3B0}"/>
          </ac:spMkLst>
        </pc:spChg>
        <pc:spChg chg="add mod">
          <ac:chgData name="Mary Uche" userId="916753571ccc1bcb" providerId="LiveId" clId="{71F30A32-F182-433C-8D5A-B61A35848BAB}" dt="2026-09-29T20:34:25.237" v="129"/>
          <ac:spMkLst>
            <pc:docMk/>
            <pc:sldMk cId="278440959" sldId="266"/>
            <ac:spMk id="30" creationId="{7017A10F-A73E-D59E-8759-0923D5224368}"/>
          </ac:spMkLst>
        </pc:spChg>
        <pc:spChg chg="add mod">
          <ac:chgData name="Mary Uche" userId="916753571ccc1bcb" providerId="LiveId" clId="{71F30A32-F182-433C-8D5A-B61A35848BAB}" dt="2026-09-29T20:34:25.237" v="129"/>
          <ac:spMkLst>
            <pc:docMk/>
            <pc:sldMk cId="278440959" sldId="266"/>
            <ac:spMk id="31" creationId="{130B305C-0A03-9B4F-453C-1C225DEEDC77}"/>
          </ac:spMkLst>
        </pc:spChg>
        <pc:spChg chg="add mod">
          <ac:chgData name="Mary Uche" userId="916753571ccc1bcb" providerId="LiveId" clId="{71F30A32-F182-433C-8D5A-B61A35848BAB}" dt="2026-09-29T20:34:25.237" v="129"/>
          <ac:spMkLst>
            <pc:docMk/>
            <pc:sldMk cId="278440959" sldId="266"/>
            <ac:spMk id="32" creationId="{1AD48945-D568-5024-BC5C-0BF330F80358}"/>
          </ac:spMkLst>
        </pc:spChg>
        <pc:spChg chg="add mod">
          <ac:chgData name="Mary Uche" userId="916753571ccc1bcb" providerId="LiveId" clId="{71F30A32-F182-433C-8D5A-B61A35848BAB}" dt="2026-09-29T20:34:25.237" v="129"/>
          <ac:spMkLst>
            <pc:docMk/>
            <pc:sldMk cId="278440959" sldId="266"/>
            <ac:spMk id="33" creationId="{BFD3904F-8DD3-5DAE-E821-DB143FA5B299}"/>
          </ac:spMkLst>
        </pc:spChg>
        <pc:spChg chg="add mod">
          <ac:chgData name="Mary Uche" userId="916753571ccc1bcb" providerId="LiveId" clId="{71F30A32-F182-433C-8D5A-B61A35848BAB}" dt="2026-09-29T20:34:25.237" v="129"/>
          <ac:spMkLst>
            <pc:docMk/>
            <pc:sldMk cId="278440959" sldId="266"/>
            <ac:spMk id="34" creationId="{885AD172-2121-15CC-3248-62BA6B983B72}"/>
          </ac:spMkLst>
        </pc:spChg>
        <pc:spChg chg="add mod">
          <ac:chgData name="Mary Uche" userId="916753571ccc1bcb" providerId="LiveId" clId="{71F30A32-F182-433C-8D5A-B61A35848BAB}" dt="2026-09-29T20:34:25.237" v="129"/>
          <ac:spMkLst>
            <pc:docMk/>
            <pc:sldMk cId="278440959" sldId="266"/>
            <ac:spMk id="35" creationId="{14F19560-D0EA-0C74-1618-11D236AACB11}"/>
          </ac:spMkLst>
        </pc:spChg>
        <pc:spChg chg="add mod">
          <ac:chgData name="Mary Uche" userId="916753571ccc1bcb" providerId="LiveId" clId="{71F30A32-F182-433C-8D5A-B61A35848BAB}" dt="2026-09-29T20:34:25.237" v="129"/>
          <ac:spMkLst>
            <pc:docMk/>
            <pc:sldMk cId="278440959" sldId="266"/>
            <ac:spMk id="36" creationId="{26EB2161-FA0D-4BCB-15AE-6AF729730848}"/>
          </ac:spMkLst>
        </pc:spChg>
        <pc:spChg chg="add mod">
          <ac:chgData name="Mary Uche" userId="916753571ccc1bcb" providerId="LiveId" clId="{71F30A32-F182-433C-8D5A-B61A35848BAB}" dt="2026-09-29T20:34:25.237" v="129"/>
          <ac:spMkLst>
            <pc:docMk/>
            <pc:sldMk cId="278440959" sldId="266"/>
            <ac:spMk id="37" creationId="{E100F001-401D-3470-1432-BABCCDF60F7F}"/>
          </ac:spMkLst>
        </pc:spChg>
        <pc:spChg chg="add mod">
          <ac:chgData name="Mary Uche" userId="916753571ccc1bcb" providerId="LiveId" clId="{71F30A32-F182-433C-8D5A-B61A35848BAB}" dt="2026-09-29T20:34:25.237" v="129"/>
          <ac:spMkLst>
            <pc:docMk/>
            <pc:sldMk cId="278440959" sldId="266"/>
            <ac:spMk id="38" creationId="{4F3C3A01-CB95-8BE3-2320-CC5B32D2F959}"/>
          </ac:spMkLst>
        </pc:spChg>
        <pc:spChg chg="add del mod">
          <ac:chgData name="Mary Uche" userId="916753571ccc1bcb" providerId="LiveId" clId="{71F30A32-F182-433C-8D5A-B61A35848BAB}" dt="2026-09-29T20:36:08.477" v="152" actId="478"/>
          <ac:spMkLst>
            <pc:docMk/>
            <pc:sldMk cId="278440959" sldId="266"/>
            <ac:spMk id="39" creationId="{40924653-E9FA-47E4-A755-A7CDFB20B6BF}"/>
          </ac:spMkLst>
        </pc:spChg>
        <pc:spChg chg="add del mod">
          <ac:chgData name="Mary Uche" userId="916753571ccc1bcb" providerId="LiveId" clId="{71F30A32-F182-433C-8D5A-B61A35848BAB}" dt="2026-09-29T20:36:07.029" v="151" actId="478"/>
          <ac:spMkLst>
            <pc:docMk/>
            <pc:sldMk cId="278440959" sldId="266"/>
            <ac:spMk id="40" creationId="{5C34B981-6C6E-2062-5E80-8AF96AD55E44}"/>
          </ac:spMkLst>
        </pc:spChg>
      </pc:sldChg>
      <pc:sldChg chg="addSp delSp modSp new mod">
        <pc:chgData name="Mary Uche" userId="916753571ccc1bcb" providerId="LiveId" clId="{71F30A32-F182-433C-8D5A-B61A35848BAB}" dt="2026-09-29T20:37:29.671" v="164" actId="478"/>
        <pc:sldMkLst>
          <pc:docMk/>
          <pc:sldMk cId="3578510304" sldId="267"/>
        </pc:sldMkLst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2" creationId="{8CF3174E-47EA-35FB-B8F1-373CCDFA6060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3" creationId="{E1D19DFE-BAEA-6AB0-A103-91247A890108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4" creationId="{87CEDDD2-D31D-6DC6-9ABA-3D978DC3E507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5" creationId="{8BB4072E-BBBB-916D-3F13-50B035079CF8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6" creationId="{9434AFC8-AACD-2FEE-F3CB-7749A6CFA9A5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7" creationId="{1F2A3177-2176-5341-19A5-8EE2662A7214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8" creationId="{EAC26ACC-60F8-E484-D7FB-0A806C0BFAAF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9" creationId="{6562A8D8-47CD-E41C-F75D-D1CFF0ACE31B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10" creationId="{6C60D271-E273-5122-B7A5-D4F561BDB781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11" creationId="{6028817A-365D-D7A7-79B6-66BE6C9328E3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12" creationId="{958BC481-0CF9-31A4-1D05-CDF3D49B0B4E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13" creationId="{27BB8792-96AE-701B-0CB7-F56F389A5774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14" creationId="{35EDBA91-F226-FD7A-357F-2FEB928FB789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15" creationId="{5C187C56-9000-377B-CE62-9ABE89B44231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16" creationId="{B3CE2818-4C33-43E3-FBF5-6F7F13F2327C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17" creationId="{0B000B44-4707-63C1-78B1-28DB2E2A97DB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18" creationId="{B7C05950-50F0-5B83-6306-1510BDFCCA27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19" creationId="{FC221F10-9544-426D-B2DB-ED3CB31B39AC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20" creationId="{8FE3D163-BC0B-679B-7D60-4E1E66E18A92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21" creationId="{CDFE9834-8BC3-2B55-D559-620AF171468E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22" creationId="{19B4CAC3-D78F-8DD1-398D-9C9CCDE34EC2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23" creationId="{EDF04C07-8812-D6E6-B531-04A38E99D8CE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24" creationId="{FB21F6F7-2AF7-FACE-3C3E-606C037BD529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25" creationId="{672EB3CE-7473-6B60-9086-182FB95566D4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26" creationId="{29C3EF65-5C0A-15C0-47E3-02E7A00639A0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27" creationId="{CA110421-BB65-D507-E76A-9FCDD17F1293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28" creationId="{D01B70DE-1181-573A-E327-FB18A43EB0F9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29" creationId="{CE28636B-DA50-05EB-7B0A-CBBAB3F7385A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30" creationId="{98E127A4-A83C-648E-D4A7-1CF84C281288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31" creationId="{E555CFF1-692E-9872-10E7-2DB7E0DB8B41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32" creationId="{8749A567-2CA5-D53E-1028-0B393C99F928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33" creationId="{206FF024-02E8-7ABB-13D3-26978BD5374B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34" creationId="{5D4513FA-3A0E-4DA0-BF75-BDFA1B6D8986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35" creationId="{B2322F84-1850-3CCE-4BD7-F26F0B865EF3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36" creationId="{9D205F17-292F-A29C-08FE-44F8825C99D3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37" creationId="{FD5BCC6F-F719-7813-54AC-BC7F37FE1D5E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38" creationId="{E42F8D34-96F2-BEAA-1DC8-0FEC74262A00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39" creationId="{0A52F8E2-D8F6-9CFA-EC87-3876C117EA36}"/>
          </ac:spMkLst>
        </pc:spChg>
        <pc:spChg chg="add mod">
          <ac:chgData name="Mary Uche" userId="916753571ccc1bcb" providerId="LiveId" clId="{71F30A32-F182-433C-8D5A-B61A35848BAB}" dt="2026-09-29T20:36:33.576" v="156"/>
          <ac:spMkLst>
            <pc:docMk/>
            <pc:sldMk cId="3578510304" sldId="267"/>
            <ac:spMk id="40" creationId="{32A1E3A6-F680-3CF0-274A-7529D2F8AF5E}"/>
          </ac:spMkLst>
        </pc:spChg>
        <pc:spChg chg="add mod">
          <ac:chgData name="Mary Uche" userId="916753571ccc1bcb" providerId="LiveId" clId="{71F30A32-F182-433C-8D5A-B61A35848BAB}" dt="2026-09-29T20:37:01.098" v="160" actId="207"/>
          <ac:spMkLst>
            <pc:docMk/>
            <pc:sldMk cId="3578510304" sldId="267"/>
            <ac:spMk id="41" creationId="{41AA1EF0-ED88-0546-7C45-6685DC5F5479}"/>
          </ac:spMkLst>
        </pc:spChg>
        <pc:spChg chg="add mod">
          <ac:chgData name="Mary Uche" userId="916753571ccc1bcb" providerId="LiveId" clId="{71F30A32-F182-433C-8D5A-B61A35848BAB}" dt="2026-09-29T20:36:55.937" v="159" actId="207"/>
          <ac:spMkLst>
            <pc:docMk/>
            <pc:sldMk cId="3578510304" sldId="267"/>
            <ac:spMk id="42" creationId="{C89DAFFE-76BE-D0BA-4165-4E001799C494}"/>
          </ac:spMkLst>
        </pc:spChg>
        <pc:spChg chg="add mod">
          <ac:chgData name="Mary Uche" userId="916753571ccc1bcb" providerId="LiveId" clId="{71F30A32-F182-433C-8D5A-B61A35848BAB}" dt="2026-09-29T20:37:11.880" v="161" actId="207"/>
          <ac:spMkLst>
            <pc:docMk/>
            <pc:sldMk cId="3578510304" sldId="267"/>
            <ac:spMk id="43" creationId="{689FC7D2-84B8-6E3D-ABEE-2C83B912EB8A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44" creationId="{BFDB3C03-B153-9291-7BA2-DA88E283E83D}"/>
          </ac:spMkLst>
        </pc:spChg>
        <pc:spChg chg="add del mod">
          <ac:chgData name="Mary Uche" userId="916753571ccc1bcb" providerId="LiveId" clId="{71F30A32-F182-433C-8D5A-B61A35848BAB}" dt="2026-09-29T20:37:29.671" v="164" actId="478"/>
          <ac:spMkLst>
            <pc:docMk/>
            <pc:sldMk cId="3578510304" sldId="267"/>
            <ac:spMk id="45" creationId="{8F754B2A-3DC9-5EFC-F084-C20062511489}"/>
          </ac:spMkLst>
        </pc:spChg>
        <pc:spChg chg="add del mod">
          <ac:chgData name="Mary Uche" userId="916753571ccc1bcb" providerId="LiveId" clId="{71F30A32-F182-433C-8D5A-B61A35848BAB}" dt="2026-09-29T20:37:28.003" v="163" actId="478"/>
          <ac:spMkLst>
            <pc:docMk/>
            <pc:sldMk cId="3578510304" sldId="267"/>
            <ac:spMk id="46" creationId="{4A49598C-A217-BCF2-6953-F3FB7D355159}"/>
          </ac:spMkLst>
        </pc:spChg>
        <pc:spChg chg="add mod">
          <ac:chgData name="Mary Uche" userId="916753571ccc1bcb" providerId="LiveId" clId="{71F30A32-F182-433C-8D5A-B61A35848BAB}" dt="2026-09-29T20:37:23.752" v="162" actId="207"/>
          <ac:spMkLst>
            <pc:docMk/>
            <pc:sldMk cId="3578510304" sldId="267"/>
            <ac:spMk id="47" creationId="{A19D47CB-140B-4F68-C889-51BCCCB1BEFA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48" creationId="{4B2769D1-B24E-F7A6-3672-E0605FA5404F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49" creationId="{F547806C-8A22-2763-1DD1-22707760AB6E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50" creationId="{DABEEE62-9907-CC64-F089-2BAE8EAF13D1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51" creationId="{AF3BE287-A2E1-E369-A6FF-E6A98F9EEE45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52" creationId="{8D3C12C5-81D3-AE8A-6C55-27B65900AA0D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53" creationId="{FB00915A-FCFE-91A2-E598-2E7790848A2E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54" creationId="{E2E28D08-9B1A-3BA2-E434-F815266A5007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55" creationId="{A6E89736-911E-D546-03CB-53B4561CED57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56" creationId="{665AE294-8C90-7CF6-041B-DF800C32329A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57" creationId="{0A5496C7-0F9F-35B2-A27A-2FE23A7C5E60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58" creationId="{442723B0-F4FC-FEBB-03B9-CEE5DBCCAE9E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59" creationId="{B2F6E297-0120-9059-6E03-66488618CC5E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60" creationId="{BEF9307E-F14D-1A15-DDFC-FCA51E2AF43D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61" creationId="{D5E86D9E-D65A-F8C5-BC94-E150DAC3D74A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62" creationId="{EB1452FF-F8D7-654D-2AE8-CFBC1204E303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63" creationId="{807EF2BA-B92E-10D6-894B-EED9E7965226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64" creationId="{B373124B-A8DB-F9D7-3E73-C21F5F95F9CE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65" creationId="{93A6743D-7A10-9CFC-AD03-F3583D4BA715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66" creationId="{8051698C-CCCB-CE22-E14F-D1D6D561BF4F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67" creationId="{462D268C-0845-F881-24B9-56676CAD2DC5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68" creationId="{561488AF-3951-91FA-63AB-CBD22A0D539A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69" creationId="{D8CE857E-31AC-98BF-1A06-F0E56E771A96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70" creationId="{A75BD299-08E4-9D66-BAC6-3CB9D7109905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71" creationId="{36B8B209-E80E-E1DE-8F89-4F52896CF541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72" creationId="{15BFE1C4-1B16-3D11-161E-15DC53AF3EFA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73" creationId="{975B0DE0-4B48-C800-CDC2-84978A4220D1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74" creationId="{7EF014DA-FEDA-35EE-703C-7B4EC185FBCF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75" creationId="{2756963B-342E-8D9B-65D3-EB8AF20AE122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76" creationId="{BC8AD7B3-43DF-1374-105C-AD6BF2A77632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77" creationId="{F6BA3B24-4439-8BEC-BA18-B23D7BAF8163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78" creationId="{345725B7-80D1-3B0F-69A1-7B87375630DC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79" creationId="{FEC9C18D-6BB6-1F0B-381A-11DF78694A4F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80" creationId="{92498729-05BF-4630-5558-49D85F2B1DAD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81" creationId="{9EB0C251-42A6-6B20-CCF9-A648432129F1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82" creationId="{13569F1D-4BDA-5B0D-C519-A815E4FAAE21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83" creationId="{99D13D93-1853-49CD-F176-E79BF54C7AF1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84" creationId="{82CCFE82-E727-F18A-925F-44514C231D7E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85" creationId="{29D68597-0AD1-A3AA-2DCE-ED1EF5D59A7D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86" creationId="{212A018F-3933-E8EB-447D-62F63F80507B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87" creationId="{933936CD-A350-B889-A492-9766A0AFC88A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88" creationId="{180A77FF-6326-CFC1-0959-E4A78F7EF9F0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89" creationId="{E158FF51-EC55-E461-504A-F61527346259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90" creationId="{4AD5AC03-9C61-52E7-EA45-2F37A867CED3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91" creationId="{48789CF1-EA60-CBC8-BE77-190CB32F5653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92" creationId="{0ABAA6ED-9AF3-1633-1AC5-7610F7A03DE7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93" creationId="{4FD10169-9EA4-8950-6660-657D5CAAFA8A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94" creationId="{15F7F6E2-CB6F-6B32-E706-8DEAAAD22BCA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95" creationId="{CF56D51E-7F79-CE6C-B356-A351300102AA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96" creationId="{8888129D-A476-AB66-FE8C-B982554A8A82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97" creationId="{3BD33D23-166B-2807-B268-EC0E59033A08}"/>
          </ac:spMkLst>
        </pc:spChg>
        <pc:spChg chg="add mod">
          <ac:chgData name="Mary Uche" userId="916753571ccc1bcb" providerId="LiveId" clId="{71F30A32-F182-433C-8D5A-B61A35848BAB}" dt="2026-09-29T20:36:44.163" v="157"/>
          <ac:spMkLst>
            <pc:docMk/>
            <pc:sldMk cId="3578510304" sldId="267"/>
            <ac:spMk id="98" creationId="{0C76A183-2078-F3A0-FC28-F632C2D100AB}"/>
          </ac:spMkLst>
        </pc:spChg>
      </pc:sldChg>
      <pc:sldChg chg="addSp delSp modSp new mod">
        <pc:chgData name="Mary Uche" userId="916753571ccc1bcb" providerId="LiveId" clId="{71F30A32-F182-433C-8D5A-B61A35848BAB}" dt="2026-09-29T20:44:14.303" v="184" actId="478"/>
        <pc:sldMkLst>
          <pc:docMk/>
          <pc:sldMk cId="79360508" sldId="268"/>
        </pc:sldMkLst>
        <pc:spChg chg="add del">
          <ac:chgData name="Mary Uche" userId="916753571ccc1bcb" providerId="LiveId" clId="{71F30A32-F182-433C-8D5A-B61A35848BAB}" dt="2026-09-29T20:37:46.814" v="166" actId="22"/>
          <ac:spMkLst>
            <pc:docMk/>
            <pc:sldMk cId="79360508" sldId="268"/>
            <ac:spMk id="3" creationId="{962833B6-6C7E-B382-3E41-80D05CD73FBF}"/>
          </ac:spMkLst>
        </pc:spChg>
        <pc:spChg chg="add mod">
          <ac:chgData name="Mary Uche" userId="916753571ccc1bcb" providerId="LiveId" clId="{71F30A32-F182-433C-8D5A-B61A35848BAB}" dt="2026-09-29T20:42:57.981" v="170" actId="207"/>
          <ac:spMkLst>
            <pc:docMk/>
            <pc:sldMk cId="79360508" sldId="268"/>
            <ac:spMk id="4" creationId="{EFC30A26-EAA8-19DA-680C-90AA0F2C5A33}"/>
          </ac:spMkLst>
        </pc:spChg>
        <pc:spChg chg="add mod">
          <ac:chgData name="Mary Uche" userId="916753571ccc1bcb" providerId="LiveId" clId="{71F30A32-F182-433C-8D5A-B61A35848BAB}" dt="2026-09-29T20:42:53.577" v="169" actId="207"/>
          <ac:spMkLst>
            <pc:docMk/>
            <pc:sldMk cId="79360508" sldId="268"/>
            <ac:spMk id="5" creationId="{F71BA004-C299-49ED-0A4D-A5506EB15B7D}"/>
          </ac:spMkLst>
        </pc:spChg>
        <pc:spChg chg="add mod">
          <ac:chgData name="Mary Uche" userId="916753571ccc1bcb" providerId="LiveId" clId="{71F30A32-F182-433C-8D5A-B61A35848BAB}" dt="2026-09-29T20:43:16.065" v="173" actId="1076"/>
          <ac:spMkLst>
            <pc:docMk/>
            <pc:sldMk cId="79360508" sldId="268"/>
            <ac:spMk id="6" creationId="{0180F039-061E-5F68-A54D-5764E462B934}"/>
          </ac:spMkLst>
        </pc:spChg>
        <pc:spChg chg="add mod">
          <ac:chgData name="Mary Uche" userId="916753571ccc1bcb" providerId="LiveId" clId="{71F30A32-F182-433C-8D5A-B61A35848BAB}" dt="2026-09-29T20:37:57.267" v="167"/>
          <ac:spMkLst>
            <pc:docMk/>
            <pc:sldMk cId="79360508" sldId="268"/>
            <ac:spMk id="7" creationId="{F4703D8B-CBFF-FF29-CCED-C7B080EAEBF7}"/>
          </ac:spMkLst>
        </pc:spChg>
        <pc:spChg chg="add del mod">
          <ac:chgData name="Mary Uche" userId="916753571ccc1bcb" providerId="LiveId" clId="{71F30A32-F182-433C-8D5A-B61A35848BAB}" dt="2026-09-29T20:44:14.303" v="184" actId="478"/>
          <ac:spMkLst>
            <pc:docMk/>
            <pc:sldMk cId="79360508" sldId="268"/>
            <ac:spMk id="8" creationId="{71950920-F6B2-437D-9B69-DD606D89B82E}"/>
          </ac:spMkLst>
        </pc:spChg>
        <pc:spChg chg="add del mod">
          <ac:chgData name="Mary Uche" userId="916753571ccc1bcb" providerId="LiveId" clId="{71F30A32-F182-433C-8D5A-B61A35848BAB}" dt="2026-09-29T20:44:12.506" v="183" actId="478"/>
          <ac:spMkLst>
            <pc:docMk/>
            <pc:sldMk cId="79360508" sldId="268"/>
            <ac:spMk id="9" creationId="{E6DCEA85-4E8B-6D1E-049C-D6A2F3C3067A}"/>
          </ac:spMkLst>
        </pc:spChg>
        <pc:spChg chg="add mod">
          <ac:chgData name="Mary Uche" userId="916753571ccc1bcb" providerId="LiveId" clId="{71F30A32-F182-433C-8D5A-B61A35848BAB}" dt="2026-09-29T20:43:24.699" v="178" actId="20577"/>
          <ac:spMkLst>
            <pc:docMk/>
            <pc:sldMk cId="79360508" sldId="268"/>
            <ac:spMk id="10" creationId="{E2C136B4-6C1A-BFF3-C423-B05742991971}"/>
          </ac:spMkLst>
        </pc:spChg>
        <pc:spChg chg="add mod">
          <ac:chgData name="Mary Uche" userId="916753571ccc1bcb" providerId="LiveId" clId="{71F30A32-F182-433C-8D5A-B61A35848BAB}" dt="2026-09-29T20:37:57.267" v="167"/>
          <ac:spMkLst>
            <pc:docMk/>
            <pc:sldMk cId="79360508" sldId="268"/>
            <ac:spMk id="11" creationId="{A827ED07-A66D-48E5-86CD-EE0FCB3B20A7}"/>
          </ac:spMkLst>
        </pc:spChg>
        <pc:spChg chg="add mod">
          <ac:chgData name="Mary Uche" userId="916753571ccc1bcb" providerId="LiveId" clId="{71F30A32-F182-433C-8D5A-B61A35848BAB}" dt="2026-09-29T20:37:57.267" v="167"/>
          <ac:spMkLst>
            <pc:docMk/>
            <pc:sldMk cId="79360508" sldId="268"/>
            <ac:spMk id="12" creationId="{B78BC585-B83B-CAD8-9077-16D578B4C318}"/>
          </ac:spMkLst>
        </pc:spChg>
        <pc:spChg chg="add mod">
          <ac:chgData name="Mary Uche" userId="916753571ccc1bcb" providerId="LiveId" clId="{71F30A32-F182-433C-8D5A-B61A35848BAB}" dt="2026-09-29T20:43:37.899" v="179" actId="207"/>
          <ac:spMkLst>
            <pc:docMk/>
            <pc:sldMk cId="79360508" sldId="268"/>
            <ac:spMk id="13" creationId="{18C23A40-164B-0507-5AD7-86841025919B}"/>
          </ac:spMkLst>
        </pc:spChg>
        <pc:spChg chg="add mod">
          <ac:chgData name="Mary Uche" userId="916753571ccc1bcb" providerId="LiveId" clId="{71F30A32-F182-433C-8D5A-B61A35848BAB}" dt="2026-09-29T20:37:57.267" v="167"/>
          <ac:spMkLst>
            <pc:docMk/>
            <pc:sldMk cId="79360508" sldId="268"/>
            <ac:spMk id="14" creationId="{2C0607F6-F865-9C5C-3A1A-D517EE353671}"/>
          </ac:spMkLst>
        </pc:spChg>
        <pc:spChg chg="add mod">
          <ac:chgData name="Mary Uche" userId="916753571ccc1bcb" providerId="LiveId" clId="{71F30A32-F182-433C-8D5A-B61A35848BAB}" dt="2026-09-29T20:37:57.267" v="167"/>
          <ac:spMkLst>
            <pc:docMk/>
            <pc:sldMk cId="79360508" sldId="268"/>
            <ac:spMk id="15" creationId="{75ACBC68-3072-3CC8-D165-C0EEF23140D0}"/>
          </ac:spMkLst>
        </pc:spChg>
        <pc:spChg chg="add mod">
          <ac:chgData name="Mary Uche" userId="916753571ccc1bcb" providerId="LiveId" clId="{71F30A32-F182-433C-8D5A-B61A35848BAB}" dt="2026-09-29T20:37:57.267" v="167"/>
          <ac:spMkLst>
            <pc:docMk/>
            <pc:sldMk cId="79360508" sldId="268"/>
            <ac:spMk id="16" creationId="{6C6E8078-6314-BD12-670A-86C3E2E3A806}"/>
          </ac:spMkLst>
        </pc:spChg>
        <pc:spChg chg="add mod">
          <ac:chgData name="Mary Uche" userId="916753571ccc1bcb" providerId="LiveId" clId="{71F30A32-F182-433C-8D5A-B61A35848BAB}" dt="2026-09-29T20:37:57.267" v="167"/>
          <ac:spMkLst>
            <pc:docMk/>
            <pc:sldMk cId="79360508" sldId="268"/>
            <ac:spMk id="17" creationId="{F9F7B164-F837-1F4D-EEFF-84F949030BEA}"/>
          </ac:spMkLst>
        </pc:spChg>
        <pc:spChg chg="add mod">
          <ac:chgData name="Mary Uche" userId="916753571ccc1bcb" providerId="LiveId" clId="{71F30A32-F182-433C-8D5A-B61A35848BAB}" dt="2026-09-29T20:37:57.267" v="167"/>
          <ac:spMkLst>
            <pc:docMk/>
            <pc:sldMk cId="79360508" sldId="268"/>
            <ac:spMk id="18" creationId="{0A1F763E-7716-FD8B-822E-BDE809D7F547}"/>
          </ac:spMkLst>
        </pc:spChg>
        <pc:spChg chg="add mod">
          <ac:chgData name="Mary Uche" userId="916753571ccc1bcb" providerId="LiveId" clId="{71F30A32-F182-433C-8D5A-B61A35848BAB}" dt="2026-09-29T20:37:57.267" v="167"/>
          <ac:spMkLst>
            <pc:docMk/>
            <pc:sldMk cId="79360508" sldId="268"/>
            <ac:spMk id="19" creationId="{64EF9E79-14AC-63B7-47D0-61D47F6BF796}"/>
          </ac:spMkLst>
        </pc:spChg>
        <pc:spChg chg="add mod">
          <ac:chgData name="Mary Uche" userId="916753571ccc1bcb" providerId="LiveId" clId="{71F30A32-F182-433C-8D5A-B61A35848BAB}" dt="2026-09-29T20:37:57.267" v="167"/>
          <ac:spMkLst>
            <pc:docMk/>
            <pc:sldMk cId="79360508" sldId="268"/>
            <ac:spMk id="20" creationId="{FF6F784B-8DDF-EA89-C07E-676DEE2033D4}"/>
          </ac:spMkLst>
        </pc:spChg>
        <pc:spChg chg="add mod">
          <ac:chgData name="Mary Uche" userId="916753571ccc1bcb" providerId="LiveId" clId="{71F30A32-F182-433C-8D5A-B61A35848BAB}" dt="2026-09-29T20:37:57.267" v="167"/>
          <ac:spMkLst>
            <pc:docMk/>
            <pc:sldMk cId="79360508" sldId="268"/>
            <ac:spMk id="21" creationId="{E9089AC7-2E45-87FB-282E-96D89BA3AEB0}"/>
          </ac:spMkLst>
        </pc:spChg>
        <pc:spChg chg="add mod">
          <ac:chgData name="Mary Uche" userId="916753571ccc1bcb" providerId="LiveId" clId="{71F30A32-F182-433C-8D5A-B61A35848BAB}" dt="2026-09-29T20:37:57.267" v="167"/>
          <ac:spMkLst>
            <pc:docMk/>
            <pc:sldMk cId="79360508" sldId="268"/>
            <ac:spMk id="22" creationId="{1E166AA3-35D5-CF85-1A07-AB513C709B7F}"/>
          </ac:spMkLst>
        </pc:spChg>
        <pc:spChg chg="add mod">
          <ac:chgData name="Mary Uche" userId="916753571ccc1bcb" providerId="LiveId" clId="{71F30A32-F182-433C-8D5A-B61A35848BAB}" dt="2026-09-29T20:43:45.961" v="180" actId="207"/>
          <ac:spMkLst>
            <pc:docMk/>
            <pc:sldMk cId="79360508" sldId="268"/>
            <ac:spMk id="23" creationId="{4E8D90D7-4384-247C-6C1C-8426055F4933}"/>
          </ac:spMkLst>
        </pc:spChg>
        <pc:spChg chg="add mod">
          <ac:chgData name="Mary Uche" userId="916753571ccc1bcb" providerId="LiveId" clId="{71F30A32-F182-433C-8D5A-B61A35848BAB}" dt="2026-09-29T20:37:57.267" v="167"/>
          <ac:spMkLst>
            <pc:docMk/>
            <pc:sldMk cId="79360508" sldId="268"/>
            <ac:spMk id="24" creationId="{B7672D70-5F4D-6D6F-BE79-43D4D5812DE3}"/>
          </ac:spMkLst>
        </pc:spChg>
        <pc:spChg chg="add mod">
          <ac:chgData name="Mary Uche" userId="916753571ccc1bcb" providerId="LiveId" clId="{71F30A32-F182-433C-8D5A-B61A35848BAB}" dt="2026-09-29T20:37:57.267" v="167"/>
          <ac:spMkLst>
            <pc:docMk/>
            <pc:sldMk cId="79360508" sldId="268"/>
            <ac:spMk id="25" creationId="{7B1D0BC2-ED2D-8267-25A0-14CB13B68D51}"/>
          </ac:spMkLst>
        </pc:spChg>
        <pc:spChg chg="add mod">
          <ac:chgData name="Mary Uche" userId="916753571ccc1bcb" providerId="LiveId" clId="{71F30A32-F182-433C-8D5A-B61A35848BAB}" dt="2026-09-29T20:37:57.267" v="167"/>
          <ac:spMkLst>
            <pc:docMk/>
            <pc:sldMk cId="79360508" sldId="268"/>
            <ac:spMk id="26" creationId="{BA5AC5DF-6061-D0D4-0B43-AC44F799342E}"/>
          </ac:spMkLst>
        </pc:spChg>
        <pc:spChg chg="add mod">
          <ac:chgData name="Mary Uche" userId="916753571ccc1bcb" providerId="LiveId" clId="{71F30A32-F182-433C-8D5A-B61A35848BAB}" dt="2026-09-29T20:37:57.267" v="167"/>
          <ac:spMkLst>
            <pc:docMk/>
            <pc:sldMk cId="79360508" sldId="268"/>
            <ac:spMk id="27" creationId="{11DE97BE-B51F-290C-DDE6-DC36B5424E2D}"/>
          </ac:spMkLst>
        </pc:spChg>
        <pc:spChg chg="add mod">
          <ac:chgData name="Mary Uche" userId="916753571ccc1bcb" providerId="LiveId" clId="{71F30A32-F182-433C-8D5A-B61A35848BAB}" dt="2026-09-29T20:37:57.267" v="167"/>
          <ac:spMkLst>
            <pc:docMk/>
            <pc:sldMk cId="79360508" sldId="268"/>
            <ac:spMk id="28" creationId="{099CA77A-DE92-38AA-3535-CC0357BFD468}"/>
          </ac:spMkLst>
        </pc:spChg>
        <pc:spChg chg="add mod">
          <ac:chgData name="Mary Uche" userId="916753571ccc1bcb" providerId="LiveId" clId="{71F30A32-F182-433C-8D5A-B61A35848BAB}" dt="2026-09-29T20:37:57.267" v="167"/>
          <ac:spMkLst>
            <pc:docMk/>
            <pc:sldMk cId="79360508" sldId="268"/>
            <ac:spMk id="29" creationId="{98C0EDAD-A185-3B95-AC2C-23DE1B502F4C}"/>
          </ac:spMkLst>
        </pc:spChg>
        <pc:spChg chg="add mod">
          <ac:chgData name="Mary Uche" userId="916753571ccc1bcb" providerId="LiveId" clId="{71F30A32-F182-433C-8D5A-B61A35848BAB}" dt="2026-09-29T20:37:57.267" v="167"/>
          <ac:spMkLst>
            <pc:docMk/>
            <pc:sldMk cId="79360508" sldId="268"/>
            <ac:spMk id="30" creationId="{D370855A-161A-4DA9-FAD2-C383A1C7D9DA}"/>
          </ac:spMkLst>
        </pc:spChg>
        <pc:spChg chg="add mod">
          <ac:chgData name="Mary Uche" userId="916753571ccc1bcb" providerId="LiveId" clId="{71F30A32-F182-433C-8D5A-B61A35848BAB}" dt="2026-09-29T20:37:57.267" v="167"/>
          <ac:spMkLst>
            <pc:docMk/>
            <pc:sldMk cId="79360508" sldId="268"/>
            <ac:spMk id="31" creationId="{E9B602B7-313C-C532-FA26-FF52049A1E88}"/>
          </ac:spMkLst>
        </pc:spChg>
        <pc:spChg chg="add mod">
          <ac:chgData name="Mary Uche" userId="916753571ccc1bcb" providerId="LiveId" clId="{71F30A32-F182-433C-8D5A-B61A35848BAB}" dt="2026-09-29T20:37:57.267" v="167"/>
          <ac:spMkLst>
            <pc:docMk/>
            <pc:sldMk cId="79360508" sldId="268"/>
            <ac:spMk id="32" creationId="{012A39AE-8BE5-8B4A-741D-CC0528C7ED8C}"/>
          </ac:spMkLst>
        </pc:spChg>
        <pc:spChg chg="add mod">
          <ac:chgData name="Mary Uche" userId="916753571ccc1bcb" providerId="LiveId" clId="{71F30A32-F182-433C-8D5A-B61A35848BAB}" dt="2026-09-29T20:43:50.621" v="181" actId="207"/>
          <ac:spMkLst>
            <pc:docMk/>
            <pc:sldMk cId="79360508" sldId="268"/>
            <ac:spMk id="33" creationId="{19788D61-40C5-758D-785C-C89A882D0BD9}"/>
          </ac:spMkLst>
        </pc:spChg>
        <pc:spChg chg="add mod">
          <ac:chgData name="Mary Uche" userId="916753571ccc1bcb" providerId="LiveId" clId="{71F30A32-F182-433C-8D5A-B61A35848BAB}" dt="2026-09-29T20:37:57.267" v="167"/>
          <ac:spMkLst>
            <pc:docMk/>
            <pc:sldMk cId="79360508" sldId="268"/>
            <ac:spMk id="34" creationId="{32A0934C-AD12-1085-D040-AEBD9C10AD1E}"/>
          </ac:spMkLst>
        </pc:spChg>
        <pc:spChg chg="add mod">
          <ac:chgData name="Mary Uche" userId="916753571ccc1bcb" providerId="LiveId" clId="{71F30A32-F182-433C-8D5A-B61A35848BAB}" dt="2026-09-29T20:37:57.267" v="167"/>
          <ac:spMkLst>
            <pc:docMk/>
            <pc:sldMk cId="79360508" sldId="268"/>
            <ac:spMk id="35" creationId="{A64BFE03-1FC3-82BA-98AF-68E408D6980C}"/>
          </ac:spMkLst>
        </pc:spChg>
        <pc:spChg chg="add mod">
          <ac:chgData name="Mary Uche" userId="916753571ccc1bcb" providerId="LiveId" clId="{71F30A32-F182-433C-8D5A-B61A35848BAB}" dt="2026-09-29T20:37:57.267" v="167"/>
          <ac:spMkLst>
            <pc:docMk/>
            <pc:sldMk cId="79360508" sldId="268"/>
            <ac:spMk id="36" creationId="{89EEC6C8-8ABF-CC11-AA2B-7F6B24D08E03}"/>
          </ac:spMkLst>
        </pc:spChg>
        <pc:spChg chg="add mod">
          <ac:chgData name="Mary Uche" userId="916753571ccc1bcb" providerId="LiveId" clId="{71F30A32-F182-433C-8D5A-B61A35848BAB}" dt="2026-09-29T20:37:57.267" v="167"/>
          <ac:spMkLst>
            <pc:docMk/>
            <pc:sldMk cId="79360508" sldId="268"/>
            <ac:spMk id="37" creationId="{3F66822C-5861-4C0C-003F-73489A8FB021}"/>
          </ac:spMkLst>
        </pc:spChg>
        <pc:spChg chg="add mod">
          <ac:chgData name="Mary Uche" userId="916753571ccc1bcb" providerId="LiveId" clId="{71F30A32-F182-433C-8D5A-B61A35848BAB}" dt="2026-09-29T20:37:57.267" v="167"/>
          <ac:spMkLst>
            <pc:docMk/>
            <pc:sldMk cId="79360508" sldId="268"/>
            <ac:spMk id="38" creationId="{3EFEA7D4-8D52-5EF8-3962-7FD0E90E5B88}"/>
          </ac:spMkLst>
        </pc:spChg>
        <pc:spChg chg="add mod">
          <ac:chgData name="Mary Uche" userId="916753571ccc1bcb" providerId="LiveId" clId="{71F30A32-F182-433C-8D5A-B61A35848BAB}" dt="2026-09-29T20:37:57.267" v="167"/>
          <ac:spMkLst>
            <pc:docMk/>
            <pc:sldMk cId="79360508" sldId="268"/>
            <ac:spMk id="39" creationId="{8E983E04-147B-DE86-2914-F288105ABC67}"/>
          </ac:spMkLst>
        </pc:spChg>
        <pc:spChg chg="add mod">
          <ac:chgData name="Mary Uche" userId="916753571ccc1bcb" providerId="LiveId" clId="{71F30A32-F182-433C-8D5A-B61A35848BAB}" dt="2026-09-29T20:37:57.267" v="167"/>
          <ac:spMkLst>
            <pc:docMk/>
            <pc:sldMk cId="79360508" sldId="268"/>
            <ac:spMk id="40" creationId="{91CC1A62-F911-437A-D032-E17284193C5E}"/>
          </ac:spMkLst>
        </pc:spChg>
        <pc:spChg chg="add mod">
          <ac:chgData name="Mary Uche" userId="916753571ccc1bcb" providerId="LiveId" clId="{71F30A32-F182-433C-8D5A-B61A35848BAB}" dt="2026-09-29T20:37:57.267" v="167"/>
          <ac:spMkLst>
            <pc:docMk/>
            <pc:sldMk cId="79360508" sldId="268"/>
            <ac:spMk id="41" creationId="{D0BFA032-3E6A-14C5-38B2-71E98E81B716}"/>
          </ac:spMkLst>
        </pc:spChg>
        <pc:spChg chg="add mod">
          <ac:chgData name="Mary Uche" userId="916753571ccc1bcb" providerId="LiveId" clId="{71F30A32-F182-433C-8D5A-B61A35848BAB}" dt="2026-09-29T20:37:57.267" v="167"/>
          <ac:spMkLst>
            <pc:docMk/>
            <pc:sldMk cId="79360508" sldId="268"/>
            <ac:spMk id="42" creationId="{031668F6-07B5-B55A-04C9-405A2F2B7D65}"/>
          </ac:spMkLst>
        </pc:spChg>
        <pc:spChg chg="add mod">
          <ac:chgData name="Mary Uche" userId="916753571ccc1bcb" providerId="LiveId" clId="{71F30A32-F182-433C-8D5A-B61A35848BAB}" dt="2026-09-29T20:43:58.251" v="182" actId="207"/>
          <ac:spMkLst>
            <pc:docMk/>
            <pc:sldMk cId="79360508" sldId="268"/>
            <ac:spMk id="43" creationId="{22AC36DE-A7EB-9C76-746E-EC2C2A2637C9}"/>
          </ac:spMkLst>
        </pc:spChg>
        <pc:spChg chg="add mod">
          <ac:chgData name="Mary Uche" userId="916753571ccc1bcb" providerId="LiveId" clId="{71F30A32-F182-433C-8D5A-B61A35848BAB}" dt="2026-09-29T20:37:57.267" v="167"/>
          <ac:spMkLst>
            <pc:docMk/>
            <pc:sldMk cId="79360508" sldId="268"/>
            <ac:spMk id="44" creationId="{E61B59F5-D3A2-F9D7-14A2-90C8F1FBBA54}"/>
          </ac:spMkLst>
        </pc:spChg>
        <pc:spChg chg="add mod">
          <ac:chgData name="Mary Uche" userId="916753571ccc1bcb" providerId="LiveId" clId="{71F30A32-F182-433C-8D5A-B61A35848BAB}" dt="2026-09-29T20:37:57.267" v="167"/>
          <ac:spMkLst>
            <pc:docMk/>
            <pc:sldMk cId="79360508" sldId="268"/>
            <ac:spMk id="45" creationId="{DA49CA96-C7D0-3A80-DE5D-0C1E977601E2}"/>
          </ac:spMkLst>
        </pc:spChg>
      </pc:sldChg>
      <pc:sldChg chg="addSp delSp modSp new mod">
        <pc:chgData name="Mary Uche" userId="916753571ccc1bcb" providerId="LiveId" clId="{71F30A32-F182-433C-8D5A-B61A35848BAB}" dt="2026-09-29T20:47:07.016" v="314" actId="1076"/>
        <pc:sldMkLst>
          <pc:docMk/>
          <pc:sldMk cId="3553372169" sldId="269"/>
        </pc:sldMkLst>
        <pc:spChg chg="add mod">
          <ac:chgData name="Mary Uche" userId="916753571ccc1bcb" providerId="LiveId" clId="{71F30A32-F182-433C-8D5A-B61A35848BAB}" dt="2026-09-29T20:44:59.674" v="188" actId="207"/>
          <ac:spMkLst>
            <pc:docMk/>
            <pc:sldMk cId="3553372169" sldId="269"/>
            <ac:spMk id="2" creationId="{1CB23CF7-1312-553F-635C-D527A49CB227}"/>
          </ac:spMkLst>
        </pc:spChg>
        <pc:spChg chg="add mod">
          <ac:chgData name="Mary Uche" userId="916753571ccc1bcb" providerId="LiveId" clId="{71F30A32-F182-433C-8D5A-B61A35848BAB}" dt="2026-09-29T20:44:55.692" v="187" actId="207"/>
          <ac:spMkLst>
            <pc:docMk/>
            <pc:sldMk cId="3553372169" sldId="269"/>
            <ac:spMk id="3" creationId="{3FAC8799-2404-276D-CFBB-74F88ED6D41D}"/>
          </ac:spMkLst>
        </pc:spChg>
        <pc:spChg chg="add mod">
          <ac:chgData name="Mary Uche" userId="916753571ccc1bcb" providerId="LiveId" clId="{71F30A32-F182-433C-8D5A-B61A35848BAB}" dt="2026-09-29T20:47:05.511" v="313" actId="1076"/>
          <ac:spMkLst>
            <pc:docMk/>
            <pc:sldMk cId="3553372169" sldId="269"/>
            <ac:spMk id="4" creationId="{D25CC3C9-0772-5908-272D-E74D01ED1EA6}"/>
          </ac:spMkLst>
        </pc:spChg>
        <pc:spChg chg="add mod">
          <ac:chgData name="Mary Uche" userId="916753571ccc1bcb" providerId="LiveId" clId="{71F30A32-F182-433C-8D5A-B61A35848BAB}" dt="2026-09-29T20:44:39.693" v="185"/>
          <ac:spMkLst>
            <pc:docMk/>
            <pc:sldMk cId="3553372169" sldId="269"/>
            <ac:spMk id="5" creationId="{54679E9D-11CD-DADD-FD1B-2E605C9564DD}"/>
          </ac:spMkLst>
        </pc:spChg>
        <pc:spChg chg="add del mod">
          <ac:chgData name="Mary Uche" userId="916753571ccc1bcb" providerId="LiveId" clId="{71F30A32-F182-433C-8D5A-B61A35848BAB}" dt="2026-09-29T20:46:16.622" v="304" actId="478"/>
          <ac:spMkLst>
            <pc:docMk/>
            <pc:sldMk cId="3553372169" sldId="269"/>
            <ac:spMk id="6" creationId="{D2C5C9E0-A63C-4AF1-2818-43DDD3D55327}"/>
          </ac:spMkLst>
        </pc:spChg>
        <pc:spChg chg="add del mod">
          <ac:chgData name="Mary Uche" userId="916753571ccc1bcb" providerId="LiveId" clId="{71F30A32-F182-433C-8D5A-B61A35848BAB}" dt="2026-09-29T20:46:13.669" v="303" actId="478"/>
          <ac:spMkLst>
            <pc:docMk/>
            <pc:sldMk cId="3553372169" sldId="269"/>
            <ac:spMk id="7" creationId="{CEF9E65F-FCD4-9BFA-6A3B-4636196705EA}"/>
          </ac:spMkLst>
        </pc:spChg>
        <pc:spChg chg="add mod">
          <ac:chgData name="Mary Uche" userId="916753571ccc1bcb" providerId="LiveId" clId="{71F30A32-F182-433C-8D5A-B61A35848BAB}" dt="2026-09-29T20:45:11.897" v="190" actId="1076"/>
          <ac:spMkLst>
            <pc:docMk/>
            <pc:sldMk cId="3553372169" sldId="269"/>
            <ac:spMk id="8" creationId="{F1033D06-6898-F170-8AFA-11BAA1EB5289}"/>
          </ac:spMkLst>
        </pc:spChg>
        <pc:spChg chg="add mod">
          <ac:chgData name="Mary Uche" userId="916753571ccc1bcb" providerId="LiveId" clId="{71F30A32-F182-433C-8D5A-B61A35848BAB}" dt="2026-09-29T20:44:39.693" v="185"/>
          <ac:spMkLst>
            <pc:docMk/>
            <pc:sldMk cId="3553372169" sldId="269"/>
            <ac:spMk id="9" creationId="{FF8347CC-5431-BC7B-0712-0CD6F2514513}"/>
          </ac:spMkLst>
        </pc:spChg>
        <pc:spChg chg="add mod">
          <ac:chgData name="Mary Uche" userId="916753571ccc1bcb" providerId="LiveId" clId="{71F30A32-F182-433C-8D5A-B61A35848BAB}" dt="2026-09-29T20:44:39.693" v="185"/>
          <ac:spMkLst>
            <pc:docMk/>
            <pc:sldMk cId="3553372169" sldId="269"/>
            <ac:spMk id="10" creationId="{9D957D8A-067C-1B6F-C835-C5E7E23025D7}"/>
          </ac:spMkLst>
        </pc:spChg>
        <pc:spChg chg="add mod">
          <ac:chgData name="Mary Uche" userId="916753571ccc1bcb" providerId="LiveId" clId="{71F30A32-F182-433C-8D5A-B61A35848BAB}" dt="2026-09-29T20:44:39.693" v="185"/>
          <ac:spMkLst>
            <pc:docMk/>
            <pc:sldMk cId="3553372169" sldId="269"/>
            <ac:spMk id="11" creationId="{3D7BA110-C40D-D90C-7729-F60C5BDF2A31}"/>
          </ac:spMkLst>
        </pc:spChg>
        <pc:spChg chg="add mod">
          <ac:chgData name="Mary Uche" userId="916753571ccc1bcb" providerId="LiveId" clId="{71F30A32-F182-433C-8D5A-B61A35848BAB}" dt="2026-09-29T20:44:39.693" v="185"/>
          <ac:spMkLst>
            <pc:docMk/>
            <pc:sldMk cId="3553372169" sldId="269"/>
            <ac:spMk id="12" creationId="{51E07F9A-83CC-D3B4-984D-58DA7BC604C3}"/>
          </ac:spMkLst>
        </pc:spChg>
        <pc:spChg chg="add mod">
          <ac:chgData name="Mary Uche" userId="916753571ccc1bcb" providerId="LiveId" clId="{71F30A32-F182-433C-8D5A-B61A35848BAB}" dt="2026-09-29T20:44:39.693" v="185"/>
          <ac:spMkLst>
            <pc:docMk/>
            <pc:sldMk cId="3553372169" sldId="269"/>
            <ac:spMk id="13" creationId="{2FBDE2B7-5860-8A33-65C2-E11C066D381A}"/>
          </ac:spMkLst>
        </pc:spChg>
        <pc:spChg chg="add mod">
          <ac:chgData name="Mary Uche" userId="916753571ccc1bcb" providerId="LiveId" clId="{71F30A32-F182-433C-8D5A-B61A35848BAB}" dt="2026-09-29T20:44:39.693" v="185"/>
          <ac:spMkLst>
            <pc:docMk/>
            <pc:sldMk cId="3553372169" sldId="269"/>
            <ac:spMk id="14" creationId="{C3D5A7CA-BAC8-65B8-F16C-9D48A6990177}"/>
          </ac:spMkLst>
        </pc:spChg>
        <pc:spChg chg="add mod">
          <ac:chgData name="Mary Uche" userId="916753571ccc1bcb" providerId="LiveId" clId="{71F30A32-F182-433C-8D5A-B61A35848BAB}" dt="2026-09-29T20:44:39.693" v="185"/>
          <ac:spMkLst>
            <pc:docMk/>
            <pc:sldMk cId="3553372169" sldId="269"/>
            <ac:spMk id="15" creationId="{1EDF8112-02B2-E7AB-CE8F-A22B1CAC99F3}"/>
          </ac:spMkLst>
        </pc:spChg>
        <pc:spChg chg="add mod">
          <ac:chgData name="Mary Uche" userId="916753571ccc1bcb" providerId="LiveId" clId="{71F30A32-F182-433C-8D5A-B61A35848BAB}" dt="2026-09-29T20:44:39.693" v="185"/>
          <ac:spMkLst>
            <pc:docMk/>
            <pc:sldMk cId="3553372169" sldId="269"/>
            <ac:spMk id="16" creationId="{15852410-A695-F3C1-767F-9B5BA6202DC0}"/>
          </ac:spMkLst>
        </pc:spChg>
        <pc:spChg chg="add mod">
          <ac:chgData name="Mary Uche" userId="916753571ccc1bcb" providerId="LiveId" clId="{71F30A32-F182-433C-8D5A-B61A35848BAB}" dt="2026-09-29T20:44:39.693" v="185"/>
          <ac:spMkLst>
            <pc:docMk/>
            <pc:sldMk cId="3553372169" sldId="269"/>
            <ac:spMk id="17" creationId="{1974E9D4-ADFF-5385-5622-8BA66225A5B7}"/>
          </ac:spMkLst>
        </pc:spChg>
        <pc:spChg chg="add mod">
          <ac:chgData name="Mary Uche" userId="916753571ccc1bcb" providerId="LiveId" clId="{71F30A32-F182-433C-8D5A-B61A35848BAB}" dt="2026-09-29T20:44:39.693" v="185"/>
          <ac:spMkLst>
            <pc:docMk/>
            <pc:sldMk cId="3553372169" sldId="269"/>
            <ac:spMk id="18" creationId="{AC1FC618-CD4D-7D34-2814-F3E62DA06A52}"/>
          </ac:spMkLst>
        </pc:spChg>
        <pc:spChg chg="add mod">
          <ac:chgData name="Mary Uche" userId="916753571ccc1bcb" providerId="LiveId" clId="{71F30A32-F182-433C-8D5A-B61A35848BAB}" dt="2026-09-29T20:44:39.693" v="185"/>
          <ac:spMkLst>
            <pc:docMk/>
            <pc:sldMk cId="3553372169" sldId="269"/>
            <ac:spMk id="19" creationId="{BC538DFF-66AD-46D8-E421-97C833CC03C5}"/>
          </ac:spMkLst>
        </pc:spChg>
        <pc:spChg chg="add mod">
          <ac:chgData name="Mary Uche" userId="916753571ccc1bcb" providerId="LiveId" clId="{71F30A32-F182-433C-8D5A-B61A35848BAB}" dt="2026-09-29T20:47:07.016" v="314" actId="1076"/>
          <ac:spMkLst>
            <pc:docMk/>
            <pc:sldMk cId="3553372169" sldId="269"/>
            <ac:spMk id="20" creationId="{A2E53A65-3C57-53D9-9DD1-3AD3CC5FF7C4}"/>
          </ac:spMkLst>
        </pc:spChg>
        <pc:spChg chg="add mod">
          <ac:chgData name="Mary Uche" userId="916753571ccc1bcb" providerId="LiveId" clId="{71F30A32-F182-433C-8D5A-B61A35848BAB}" dt="2026-09-29T20:44:39.693" v="185"/>
          <ac:spMkLst>
            <pc:docMk/>
            <pc:sldMk cId="3553372169" sldId="269"/>
            <ac:spMk id="21" creationId="{CA560752-090F-8759-46C1-8F5872C7BC65}"/>
          </ac:spMkLst>
        </pc:spChg>
        <pc:spChg chg="add mod">
          <ac:chgData name="Mary Uche" userId="916753571ccc1bcb" providerId="LiveId" clId="{71F30A32-F182-433C-8D5A-B61A35848BAB}" dt="2026-09-29T20:44:39.693" v="185"/>
          <ac:spMkLst>
            <pc:docMk/>
            <pc:sldMk cId="3553372169" sldId="269"/>
            <ac:spMk id="22" creationId="{8AF03FDF-988A-2F64-CDFF-010430982317}"/>
          </ac:spMkLst>
        </pc:spChg>
        <pc:spChg chg="add mod">
          <ac:chgData name="Mary Uche" userId="916753571ccc1bcb" providerId="LiveId" clId="{71F30A32-F182-433C-8D5A-B61A35848BAB}" dt="2026-09-29T20:44:39.693" v="185"/>
          <ac:spMkLst>
            <pc:docMk/>
            <pc:sldMk cId="3553372169" sldId="269"/>
            <ac:spMk id="23" creationId="{4B1F2733-3AE5-7EA8-6EE3-EAFEF1259DC9}"/>
          </ac:spMkLst>
        </pc:spChg>
        <pc:spChg chg="add mod">
          <ac:chgData name="Mary Uche" userId="916753571ccc1bcb" providerId="LiveId" clId="{71F30A32-F182-433C-8D5A-B61A35848BAB}" dt="2026-09-29T20:44:39.693" v="185"/>
          <ac:spMkLst>
            <pc:docMk/>
            <pc:sldMk cId="3553372169" sldId="269"/>
            <ac:spMk id="24" creationId="{B97F768A-DBCB-DC1D-6424-4774F4A27177}"/>
          </ac:spMkLst>
        </pc:spChg>
        <pc:spChg chg="add mod">
          <ac:chgData name="Mary Uche" userId="916753571ccc1bcb" providerId="LiveId" clId="{71F30A32-F182-433C-8D5A-B61A35848BAB}" dt="2026-09-29T20:44:39.693" v="185"/>
          <ac:spMkLst>
            <pc:docMk/>
            <pc:sldMk cId="3553372169" sldId="269"/>
            <ac:spMk id="25" creationId="{EA30DE8A-1635-9EAD-7D55-E5FCD791986F}"/>
          </ac:spMkLst>
        </pc:spChg>
        <pc:spChg chg="add mod">
          <ac:chgData name="Mary Uche" userId="916753571ccc1bcb" providerId="LiveId" clId="{71F30A32-F182-433C-8D5A-B61A35848BAB}" dt="2026-09-29T20:44:39.693" v="185"/>
          <ac:spMkLst>
            <pc:docMk/>
            <pc:sldMk cId="3553372169" sldId="269"/>
            <ac:spMk id="26" creationId="{C8C3AAD0-9108-1113-0885-9826A82F0CA7}"/>
          </ac:spMkLst>
        </pc:spChg>
        <pc:spChg chg="add mod">
          <ac:chgData name="Mary Uche" userId="916753571ccc1bcb" providerId="LiveId" clId="{71F30A32-F182-433C-8D5A-B61A35848BAB}" dt="2026-09-29T20:44:39.693" v="185"/>
          <ac:spMkLst>
            <pc:docMk/>
            <pc:sldMk cId="3553372169" sldId="269"/>
            <ac:spMk id="27" creationId="{BA8D86FD-AE48-2831-8EFD-302BF5A5B4B2}"/>
          </ac:spMkLst>
        </pc:spChg>
        <pc:spChg chg="add mod">
          <ac:chgData name="Mary Uche" userId="916753571ccc1bcb" providerId="LiveId" clId="{71F30A32-F182-433C-8D5A-B61A35848BAB}" dt="2026-09-29T20:44:39.693" v="185"/>
          <ac:spMkLst>
            <pc:docMk/>
            <pc:sldMk cId="3553372169" sldId="269"/>
            <ac:spMk id="28" creationId="{D0CAD324-601F-6674-786E-E28EF90538EC}"/>
          </ac:spMkLst>
        </pc:spChg>
        <pc:spChg chg="add mod">
          <ac:chgData name="Mary Uche" userId="916753571ccc1bcb" providerId="LiveId" clId="{71F30A32-F182-433C-8D5A-B61A35848BAB}" dt="2026-09-29T20:44:39.693" v="185"/>
          <ac:spMkLst>
            <pc:docMk/>
            <pc:sldMk cId="3553372169" sldId="269"/>
            <ac:spMk id="29" creationId="{8E7FA9FE-7E6A-6440-6D50-564E59DBFE75}"/>
          </ac:spMkLst>
        </pc:spChg>
        <pc:spChg chg="add mod">
          <ac:chgData name="Mary Uche" userId="916753571ccc1bcb" providerId="LiveId" clId="{71F30A32-F182-433C-8D5A-B61A35848BAB}" dt="2026-09-29T20:44:39.693" v="185"/>
          <ac:spMkLst>
            <pc:docMk/>
            <pc:sldMk cId="3553372169" sldId="269"/>
            <ac:spMk id="30" creationId="{087C2E26-2077-6B13-59EA-3B310D40EB6E}"/>
          </ac:spMkLst>
        </pc:spChg>
        <pc:spChg chg="add mod">
          <ac:chgData name="Mary Uche" userId="916753571ccc1bcb" providerId="LiveId" clId="{71F30A32-F182-433C-8D5A-B61A35848BAB}" dt="2026-09-29T20:44:39.693" v="185"/>
          <ac:spMkLst>
            <pc:docMk/>
            <pc:sldMk cId="3553372169" sldId="269"/>
            <ac:spMk id="31" creationId="{C2CAE47B-E38E-AA84-A61E-785A9AEF1F26}"/>
          </ac:spMkLst>
        </pc:spChg>
        <pc:spChg chg="add mod">
          <ac:chgData name="Mary Uche" userId="916753571ccc1bcb" providerId="LiveId" clId="{71F30A32-F182-433C-8D5A-B61A35848BAB}" dt="2026-09-29T20:44:39.693" v="185"/>
          <ac:spMkLst>
            <pc:docMk/>
            <pc:sldMk cId="3553372169" sldId="269"/>
            <ac:spMk id="32" creationId="{3E1582D1-D7A3-CF0C-3343-88126831E5AC}"/>
          </ac:spMkLst>
        </pc:spChg>
        <pc:spChg chg="add mod">
          <ac:chgData name="Mary Uche" userId="916753571ccc1bcb" providerId="LiveId" clId="{71F30A32-F182-433C-8D5A-B61A35848BAB}" dt="2026-09-29T20:44:39.693" v="185"/>
          <ac:spMkLst>
            <pc:docMk/>
            <pc:sldMk cId="3553372169" sldId="269"/>
            <ac:spMk id="33" creationId="{A406E707-2AAC-5DCD-4699-CDDFAFD8A570}"/>
          </ac:spMkLst>
        </pc:spChg>
        <pc:spChg chg="add mod">
          <ac:chgData name="Mary Uche" userId="916753571ccc1bcb" providerId="LiveId" clId="{71F30A32-F182-433C-8D5A-B61A35848BAB}" dt="2026-09-29T20:44:39.693" v="185"/>
          <ac:spMkLst>
            <pc:docMk/>
            <pc:sldMk cId="3553372169" sldId="269"/>
            <ac:spMk id="34" creationId="{6B28ED2A-DFC7-E23F-0FC8-B0A1FDDB7A51}"/>
          </ac:spMkLst>
        </pc:spChg>
        <pc:spChg chg="add mod">
          <ac:chgData name="Mary Uche" userId="916753571ccc1bcb" providerId="LiveId" clId="{71F30A32-F182-433C-8D5A-B61A35848BAB}" dt="2026-09-29T20:44:39.693" v="185"/>
          <ac:spMkLst>
            <pc:docMk/>
            <pc:sldMk cId="3553372169" sldId="269"/>
            <ac:spMk id="35" creationId="{7E258F7C-5F23-AFA7-7874-892D6E0BFB66}"/>
          </ac:spMkLst>
        </pc:spChg>
        <pc:spChg chg="add mod">
          <ac:chgData name="Mary Uche" userId="916753571ccc1bcb" providerId="LiveId" clId="{71F30A32-F182-433C-8D5A-B61A35848BAB}" dt="2026-09-29T20:44:39.693" v="185"/>
          <ac:spMkLst>
            <pc:docMk/>
            <pc:sldMk cId="3553372169" sldId="269"/>
            <ac:spMk id="36" creationId="{AD5FC75F-6BCD-D607-611C-61E36834E5A8}"/>
          </ac:spMkLst>
        </pc:spChg>
        <pc:spChg chg="add mod">
          <ac:chgData name="Mary Uche" userId="916753571ccc1bcb" providerId="LiveId" clId="{71F30A32-F182-433C-8D5A-B61A35848BAB}" dt="2026-09-29T20:47:04.081" v="312" actId="14100"/>
          <ac:spMkLst>
            <pc:docMk/>
            <pc:sldMk cId="3553372169" sldId="269"/>
            <ac:spMk id="37" creationId="{2A05D9AD-115E-0FB7-2F01-9BE934F235A2}"/>
          </ac:spMkLst>
        </pc:spChg>
        <pc:spChg chg="add mod">
          <ac:chgData name="Mary Uche" userId="916753571ccc1bcb" providerId="LiveId" clId="{71F30A32-F182-433C-8D5A-B61A35848BAB}" dt="2026-09-29T20:44:39.693" v="185"/>
          <ac:spMkLst>
            <pc:docMk/>
            <pc:sldMk cId="3553372169" sldId="269"/>
            <ac:spMk id="38" creationId="{128ABE43-D81D-3E03-C746-A9D190956D37}"/>
          </ac:spMkLst>
        </pc:spChg>
        <pc:spChg chg="add mod">
          <ac:chgData name="Mary Uche" userId="916753571ccc1bcb" providerId="LiveId" clId="{71F30A32-F182-433C-8D5A-B61A35848BAB}" dt="2026-09-29T20:46:50.580" v="310" actId="14100"/>
          <ac:spMkLst>
            <pc:docMk/>
            <pc:sldMk cId="3553372169" sldId="269"/>
            <ac:spMk id="39" creationId="{FECD547A-69AE-28CA-8B1F-7E65BB27A038}"/>
          </ac:spMkLst>
        </pc:spChg>
        <pc:spChg chg="add mod">
          <ac:chgData name="Mary Uche" userId="916753571ccc1bcb" providerId="LiveId" clId="{71F30A32-F182-433C-8D5A-B61A35848BAB}" dt="2026-09-29T20:44:39.693" v="185"/>
          <ac:spMkLst>
            <pc:docMk/>
            <pc:sldMk cId="3553372169" sldId="269"/>
            <ac:spMk id="40" creationId="{ECFF37D6-5174-9065-6A23-4A4D12777868}"/>
          </ac:spMkLst>
        </pc:spChg>
        <pc:spChg chg="add mod">
          <ac:chgData name="Mary Uche" userId="916753571ccc1bcb" providerId="LiveId" clId="{71F30A32-F182-433C-8D5A-B61A35848BAB}" dt="2026-09-29T20:46:41.034" v="309" actId="14100"/>
          <ac:spMkLst>
            <pc:docMk/>
            <pc:sldMk cId="3553372169" sldId="269"/>
            <ac:spMk id="41" creationId="{53B19140-E7D2-5CCB-6782-90866B9484A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83D7-8CE2-A3AD-3EDD-50C41AF2E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B30294-B242-B021-E755-99857CE3FC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12013-C0E5-BED5-02A5-3BACA1185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2A788-FB56-4E1D-9DDC-08A5D93EE75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097AB-9E39-385C-0DE6-8C36A42F8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840B3-6A5F-F690-6A20-999F8BFFC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18D07-D1BA-465B-AB17-AE5CAE0A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714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D2CC7-8149-8E8F-2625-E16FC079A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FDD80-438A-63D5-3D71-CBB005E55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F844B-8AAA-8848-EE99-66A6B337E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2A788-FB56-4E1D-9DDC-08A5D93EE75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E8FD1-1E47-7521-6D11-FAC062EC2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BE23D-954D-E63A-1C2D-C0AF0EF56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18D07-D1BA-465B-AB17-AE5CAE0A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997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71F3-316C-1179-DCCC-C8E0D0D28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F5720-7BC0-A7F2-C3F9-A4B8829B4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7B481-6908-5A4C-6297-FCC76C471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2A788-FB56-4E1D-9DDC-08A5D93EE75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4E5B1-8EA7-A0C2-B2A1-70E0422FC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F357D-F603-38AF-2130-E40DCF5B0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18D07-D1BA-465B-AB17-AE5CAE0A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14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9D5F3-09E4-2F39-06EC-1D54240D2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8F94A-BD45-1E8A-92E8-E3FD119782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8D1529-CA5D-1D0C-C382-65A9426D99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88B83-9DED-5CAE-3497-D709D5E0E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2A788-FB56-4E1D-9DDC-08A5D93EE75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7CB3BF-B36F-07B3-FC05-CD9797C42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D2B63-A331-BDA7-5BDB-3FCFF85E8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18D07-D1BA-465B-AB17-AE5CAE0A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859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1FED1-F7F1-B9A2-8AE2-412C92DAF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1D100-4913-33A2-A7CE-2C1C3C28E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9E2A4E-0448-ABF0-C72C-8174B1B9B7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83197F-484D-26A3-CACA-A4A1A4CE4A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6C3478-B677-AD28-3945-3A1C09F12E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710F23-D14F-7DE9-2B02-57E67B7CE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2A788-FB56-4E1D-9DDC-08A5D93EE75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5F097C-3A16-0509-EA89-11726F62E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7AE4C2-67EF-B0BE-04BD-C95815C77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18D07-D1BA-465B-AB17-AE5CAE0A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01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45C91-D041-6A1E-AB14-C81179EEF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EE6794-CB37-A1BD-2A44-8CC081EF1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2A788-FB56-4E1D-9DDC-08A5D93EE75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93BAA7-1ABC-6C82-8FE4-B4E275319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D2A30F-8CB8-C8A6-F6ED-3DF3DD700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18D07-D1BA-465B-AB17-AE5CAE0A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611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A15D53-862D-8D64-6FFC-F16FF9D97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2A788-FB56-4E1D-9DDC-08A5D93EE75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5E84C0-FD84-6B0F-62D7-58014062D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22026-BDA0-9968-8DBB-86767E58E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18D07-D1BA-465B-AB17-AE5CAE0A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877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C34B1-971E-A45D-AC59-7FB4B9C4C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801CC-2822-EBFF-727B-79A8FB23B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D78E4B-B60F-300B-4BAB-E027F0F2C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120E20-ADD2-4AF9-F7D3-EDD56A915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2A788-FB56-4E1D-9DDC-08A5D93EE75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C31F71-5C23-5E7B-FC5D-8A744B50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CEDC8-8654-19FD-3611-B314B6635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18D07-D1BA-465B-AB17-AE5CAE0A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659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441DE-4BCD-53CE-A98F-3E30D58BF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C7626E-F99B-CA97-2EC4-248174FC6F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3A26C-A836-AE5A-E6CF-75E2B6C4A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457F9B-27AA-94D8-CA16-090C0DADE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2A788-FB56-4E1D-9DDC-08A5D93EE75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FD084-2925-BE6D-79C9-62AC4A3F2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ECD4A-6F01-DCE0-044A-F7C164E6E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18D07-D1BA-465B-AB17-AE5CAE0A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65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1619A-9D64-878E-258A-1D2877713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81A84-DF5E-1D6C-6425-61D6A631F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25F0F-A715-E604-817F-653B3D4F3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2A788-FB56-4E1D-9DDC-08A5D93EE75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0423C-88F9-65A6-B043-9E8361984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E1C05-D65D-6D4C-DEE8-3D77BDC5B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18D07-D1BA-465B-AB17-AE5CAE0A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043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3D703B-B88F-1741-5160-FC843C21F9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F51AD-9A99-0634-4E96-6B1C5722BD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BBE83-1D63-FDA2-B996-CC857B408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2A788-FB56-4E1D-9DDC-08A5D93EE75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F56B7-9BA1-DF49-6BA5-993C0666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7DDEB-9AC2-61ED-8C01-FFF785593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18D07-D1BA-465B-AB17-AE5CAE0A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86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A761F0-B323-587E-2422-EB76F65FC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982A3C-810A-2F08-741F-5A36FBEB3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45313-1CF9-C251-B811-33DE1EDAE5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2A788-FB56-4E1D-9DDC-08A5D93EE75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B01CA-4E8E-58B8-F4F6-7165278D3B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181AC-ED42-7C5C-1681-62F5D694F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18D07-D1BA-465B-AB17-AE5CAE0A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061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87168341-EEDD-94D0-7AE8-B9C46606F7B1}"/>
              </a:ext>
            </a:extLst>
          </p:cNvPr>
          <p:cNvSpPr/>
          <p:nvPr/>
        </p:nvSpPr>
        <p:spPr>
          <a:xfrm>
            <a:off x="-27992" y="-9331"/>
            <a:ext cx="12189512" cy="6867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/>
          <a:lstStyle/>
          <a:p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944DE8C7-3A4F-2444-9DC5-21DBE6C2F0B1}"/>
              </a:ext>
            </a:extLst>
          </p:cNvPr>
          <p:cNvSpPr txBox="1"/>
          <p:nvPr/>
        </p:nvSpPr>
        <p:spPr>
          <a:xfrm>
            <a:off x="245084" y="778444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NexaChain Technologies Ltd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563697F-6ACA-39DB-3E42-C785B8BD4D36}"/>
              </a:ext>
            </a:extLst>
          </p:cNvPr>
          <p:cNvSpPr txBox="1"/>
          <p:nvPr/>
        </p:nvSpPr>
        <p:spPr>
          <a:xfrm>
            <a:off x="245084" y="1473112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GRC RISK REPORT</a:t>
            </a:r>
            <a:endParaRPr lang="en-US" sz="4200" dirty="0">
              <a:solidFill>
                <a:srgbClr val="002060"/>
              </a:solidFill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138E894B-C75C-C7EC-97B8-D8E1D5A41D64}"/>
              </a:ext>
            </a:extLst>
          </p:cNvPr>
          <p:cNvSpPr txBox="1"/>
          <p:nvPr/>
        </p:nvSpPr>
        <p:spPr>
          <a:xfrm>
            <a:off x="193455" y="2491076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Full GRC Lifecycle Engagement  |  Q3 2026</a:t>
            </a:r>
            <a:endParaRPr lang="en-US" sz="16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1D55CCBD-2690-CB19-73E0-4289DB61FDB6}"/>
              </a:ext>
            </a:extLst>
          </p:cNvPr>
          <p:cNvSpPr/>
          <p:nvPr/>
        </p:nvSpPr>
        <p:spPr>
          <a:xfrm>
            <a:off x="426720" y="3474720"/>
            <a:ext cx="27432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D61A6B93-A79A-9755-8ABD-A9301129E0C0}"/>
              </a:ext>
            </a:extLst>
          </p:cNvPr>
          <p:cNvSpPr txBox="1"/>
          <p:nvPr/>
        </p:nvSpPr>
        <p:spPr>
          <a:xfrm>
            <a:off x="497166" y="3529960"/>
            <a:ext cx="2743200" cy="362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1000" dirty="0">
              <a:solidFill>
                <a:srgbClr val="002060"/>
              </a:solidFill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E7778581-53B1-5582-A80C-B6B8415418EE}"/>
              </a:ext>
            </a:extLst>
          </p:cNvPr>
          <p:cNvSpPr txBox="1"/>
          <p:nvPr/>
        </p:nvSpPr>
        <p:spPr>
          <a:xfrm>
            <a:off x="426720" y="382219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Uche Mary Ifeyinwa</a:t>
            </a:r>
            <a:endParaRPr lang="en-US" sz="1200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GRC Analyst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6B923E75-9DE8-D369-4BB5-BA2407760D7F}"/>
              </a:ext>
            </a:extLst>
          </p:cNvPr>
          <p:cNvSpPr/>
          <p:nvPr/>
        </p:nvSpPr>
        <p:spPr>
          <a:xfrm>
            <a:off x="2576493" y="4799670"/>
            <a:ext cx="27432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0F3F7FCC-83C0-506D-AA49-331891B330A1}"/>
              </a:ext>
            </a:extLst>
          </p:cNvPr>
          <p:cNvSpPr txBox="1"/>
          <p:nvPr/>
        </p:nvSpPr>
        <p:spPr>
          <a:xfrm>
            <a:off x="2563432" y="482906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</a:t>
            </a:r>
            <a:endParaRPr lang="en-US" sz="1000" dirty="0">
              <a:solidFill>
                <a:srgbClr val="002060"/>
              </a:solidFill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770E741E-4E0D-0E77-9162-6D47B9807FF8}"/>
              </a:ext>
            </a:extLst>
          </p:cNvPr>
          <p:cNvSpPr txBox="1"/>
          <p:nvPr/>
        </p:nvSpPr>
        <p:spPr>
          <a:xfrm>
            <a:off x="2546013" y="511542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of Directors</a:t>
            </a:r>
            <a:endParaRPr lang="en-US" sz="1200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NexaChain Technologies Ltd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A58BDD7C-11BF-FEBA-A24D-F9C6D7772D37}"/>
              </a:ext>
            </a:extLst>
          </p:cNvPr>
          <p:cNvSpPr/>
          <p:nvPr/>
        </p:nvSpPr>
        <p:spPr>
          <a:xfrm>
            <a:off x="4695164" y="3474720"/>
            <a:ext cx="27432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5E6D6EC6-9742-E968-A594-E3E2106A2458}"/>
              </a:ext>
            </a:extLst>
          </p:cNvPr>
          <p:cNvSpPr txBox="1"/>
          <p:nvPr/>
        </p:nvSpPr>
        <p:spPr>
          <a:xfrm>
            <a:off x="4634204" y="356289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Risk Rating</a:t>
            </a:r>
            <a:endParaRPr lang="en-US" sz="1000" dirty="0">
              <a:solidFill>
                <a:srgbClr val="002060"/>
              </a:solidFill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27D4E45E-5A39-A8D6-2E51-C57C1A6DAA6B}"/>
              </a:ext>
            </a:extLst>
          </p:cNvPr>
          <p:cNvSpPr txBox="1"/>
          <p:nvPr/>
        </p:nvSpPr>
        <p:spPr>
          <a:xfrm>
            <a:off x="4634204" y="383469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800" dirty="0">
              <a:solidFill>
                <a:srgbClr val="C00000"/>
              </a:solidFill>
            </a:endParaRP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9868053A-6A6F-D21D-BD78-66D59E7D585F}"/>
              </a:ext>
            </a:extLst>
          </p:cNvPr>
          <p:cNvSpPr/>
          <p:nvPr/>
        </p:nvSpPr>
        <p:spPr>
          <a:xfrm>
            <a:off x="7069494" y="4799670"/>
            <a:ext cx="27432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77589213-29AF-B0A4-7BE6-D2A086AF1077}"/>
              </a:ext>
            </a:extLst>
          </p:cNvPr>
          <p:cNvSpPr txBox="1"/>
          <p:nvPr/>
        </p:nvSpPr>
        <p:spPr>
          <a:xfrm>
            <a:off x="7099974" y="4850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Findings</a:t>
            </a:r>
            <a:endParaRPr lang="en-US" sz="1000" dirty="0">
              <a:solidFill>
                <a:srgbClr val="002060"/>
              </a:solidFill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55FE3F5F-068A-E36D-17B6-420A47D73FB4}"/>
              </a:ext>
            </a:extLst>
          </p:cNvPr>
          <p:cNvSpPr txBox="1"/>
          <p:nvPr/>
        </p:nvSpPr>
        <p:spPr>
          <a:xfrm>
            <a:off x="7039014" y="514910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Findings</a:t>
            </a:r>
            <a:endParaRPr lang="en-US" sz="1200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Critical | 13 High | 1 Medium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82490BE2-361A-44BE-EF59-59F60D0FCEC7}"/>
              </a:ext>
            </a:extLst>
          </p:cNvPr>
          <p:cNvSpPr txBox="1"/>
          <p:nvPr/>
        </p:nvSpPr>
        <p:spPr>
          <a:xfrm>
            <a:off x="659985" y="632504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</a:t>
            </a:r>
            <a:endParaRPr lang="en-US" sz="1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0727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B400D1-2FF5-B314-B427-46DDE9F66948}"/>
              </a:ext>
            </a:extLst>
          </p:cNvPr>
          <p:cNvSpPr/>
          <p:nvPr/>
        </p:nvSpPr>
        <p:spPr>
          <a:xfrm>
            <a:off x="-53340" y="0"/>
            <a:ext cx="12245340" cy="10972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AB14747-E84E-A97A-30E1-D1A0B0D1AB53}"/>
              </a:ext>
            </a:extLst>
          </p:cNvPr>
          <p:cNvSpPr txBox="1"/>
          <p:nvPr/>
        </p:nvSpPr>
        <p:spPr>
          <a:xfrm>
            <a:off x="678180" y="137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200" dirty="0">
              <a:solidFill>
                <a:srgbClr val="002060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24C6751-A549-21DC-BBEB-A67CFC17C541}"/>
              </a:ext>
            </a:extLst>
          </p:cNvPr>
          <p:cNvSpPr txBox="1"/>
          <p:nvPr/>
        </p:nvSpPr>
        <p:spPr>
          <a:xfrm>
            <a:off x="10736580" y="914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14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FF7A30B-BAED-E572-DBC2-F23D93E9F1DB}"/>
              </a:ext>
            </a:extLst>
          </p:cNvPr>
          <p:cNvSpPr/>
          <p:nvPr/>
        </p:nvSpPr>
        <p:spPr>
          <a:xfrm>
            <a:off x="-53340" y="6492240"/>
            <a:ext cx="12192000" cy="365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65448DB-7D11-3090-F05B-6715F16B277E}"/>
              </a:ext>
            </a:extLst>
          </p:cNvPr>
          <p:cNvSpPr/>
          <p:nvPr/>
        </p:nvSpPr>
        <p:spPr>
          <a:xfrm>
            <a:off x="312420" y="1280160"/>
            <a:ext cx="502920" cy="56692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537B13E-C65D-2E91-EAD4-CC32051F5BFF}"/>
              </a:ext>
            </a:extLst>
          </p:cNvPr>
          <p:cNvSpPr txBox="1"/>
          <p:nvPr/>
        </p:nvSpPr>
        <p:spPr>
          <a:xfrm>
            <a:off x="312420" y="128016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97A5AD8-803E-E251-E908-E108631D3D26}"/>
              </a:ext>
            </a:extLst>
          </p:cNvPr>
          <p:cNvSpPr/>
          <p:nvPr/>
        </p:nvSpPr>
        <p:spPr>
          <a:xfrm>
            <a:off x="815340" y="1280160"/>
            <a:ext cx="5394960" cy="5669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7D02737-F7E1-E9B9-25C7-B39BA9B5DD13}"/>
              </a:ext>
            </a:extLst>
          </p:cNvPr>
          <p:cNvSpPr txBox="1"/>
          <p:nvPr/>
        </p:nvSpPr>
        <p:spPr>
          <a:xfrm>
            <a:off x="906780" y="13167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6E7A74E-FA9D-D7BA-37E3-D6F42399510F}"/>
              </a:ext>
            </a:extLst>
          </p:cNvPr>
          <p:cNvSpPr txBox="1"/>
          <p:nvPr/>
        </p:nvSpPr>
        <p:spPr>
          <a:xfrm>
            <a:off x="906780" y="1544777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risk rating and key message</a:t>
            </a:r>
            <a:endParaRPr lang="en-US" sz="9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0AAE2A6-700F-7969-C091-46A0035F76E8}"/>
              </a:ext>
            </a:extLst>
          </p:cNvPr>
          <p:cNvSpPr/>
          <p:nvPr/>
        </p:nvSpPr>
        <p:spPr>
          <a:xfrm>
            <a:off x="312420" y="2084832"/>
            <a:ext cx="502920" cy="56692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B8B68BC-ABDE-616D-4052-EA962891A0AD}"/>
              </a:ext>
            </a:extLst>
          </p:cNvPr>
          <p:cNvSpPr txBox="1"/>
          <p:nvPr/>
        </p:nvSpPr>
        <p:spPr>
          <a:xfrm>
            <a:off x="312420" y="208483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3B88546-691C-2254-8FA5-0C6E800D028D}"/>
              </a:ext>
            </a:extLst>
          </p:cNvPr>
          <p:cNvSpPr/>
          <p:nvPr/>
        </p:nvSpPr>
        <p:spPr>
          <a:xfrm>
            <a:off x="815340" y="2084832"/>
            <a:ext cx="5394960" cy="5669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29AB85E-20F6-9D39-22A5-73A4F014A771}"/>
              </a:ext>
            </a:extLst>
          </p:cNvPr>
          <p:cNvSpPr txBox="1"/>
          <p:nvPr/>
        </p:nvSpPr>
        <p:spPr>
          <a:xfrm>
            <a:off x="906780" y="2121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Scope</a:t>
            </a: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048D9BE-EA42-EF4A-5617-1001B3E9EF68}"/>
              </a:ext>
            </a:extLst>
          </p:cNvPr>
          <p:cNvSpPr txBox="1"/>
          <p:nvPr/>
        </p:nvSpPr>
        <p:spPr>
          <a:xfrm>
            <a:off x="906780" y="237744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assessed and how</a:t>
            </a:r>
            <a:endParaRPr lang="en-US" sz="9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62571A6-C305-5853-5B6B-73164DFFDA8E}"/>
              </a:ext>
            </a:extLst>
          </p:cNvPr>
          <p:cNvSpPr/>
          <p:nvPr/>
        </p:nvSpPr>
        <p:spPr>
          <a:xfrm>
            <a:off x="312420" y="2889504"/>
            <a:ext cx="502920" cy="56692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86543E2-D9CE-99EB-7AB0-737D7B7CF72B}"/>
              </a:ext>
            </a:extLst>
          </p:cNvPr>
          <p:cNvSpPr txBox="1"/>
          <p:nvPr/>
        </p:nvSpPr>
        <p:spPr>
          <a:xfrm>
            <a:off x="312420" y="288950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0D0A6D3-4DDD-4E9D-1931-CA8C72D9FF75}"/>
              </a:ext>
            </a:extLst>
          </p:cNvPr>
          <p:cNvSpPr/>
          <p:nvPr/>
        </p:nvSpPr>
        <p:spPr>
          <a:xfrm>
            <a:off x="815340" y="2889504"/>
            <a:ext cx="5394960" cy="5669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ABA1A05-6BF8-CD76-A212-8C363F2AF8AB}"/>
              </a:ext>
            </a:extLst>
          </p:cNvPr>
          <p:cNvSpPr txBox="1"/>
          <p:nvPr/>
        </p:nvSpPr>
        <p:spPr>
          <a:xfrm>
            <a:off x="906780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Overview</a:t>
            </a:r>
            <a:endParaRPr lang="en-US" sz="1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282A19B-AE36-6ABA-FACD-57C7E5DCE2D0}"/>
              </a:ext>
            </a:extLst>
          </p:cNvPr>
          <p:cNvSpPr txBox="1"/>
          <p:nvPr/>
        </p:nvSpPr>
        <p:spPr>
          <a:xfrm>
            <a:off x="906780" y="318211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findings across all areas</a:t>
            </a:r>
            <a:endParaRPr lang="en-US" sz="9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DE24179-DD59-32AE-DF43-73944415650C}"/>
              </a:ext>
            </a:extLst>
          </p:cNvPr>
          <p:cNvSpPr/>
          <p:nvPr/>
        </p:nvSpPr>
        <p:spPr>
          <a:xfrm>
            <a:off x="312420" y="3694176"/>
            <a:ext cx="502920" cy="56692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3FED0C1-810E-A097-E45F-61B1DF0EF0AD}"/>
              </a:ext>
            </a:extLst>
          </p:cNvPr>
          <p:cNvSpPr txBox="1"/>
          <p:nvPr/>
        </p:nvSpPr>
        <p:spPr>
          <a:xfrm>
            <a:off x="312420" y="369417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B638BB70-C89A-EB43-F420-461C3FF20ECB}"/>
              </a:ext>
            </a:extLst>
          </p:cNvPr>
          <p:cNvSpPr/>
          <p:nvPr/>
        </p:nvSpPr>
        <p:spPr>
          <a:xfrm>
            <a:off x="815340" y="3694176"/>
            <a:ext cx="5394960" cy="5669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0BDE28C-7339-6BEC-459D-E371DD3F2128}"/>
              </a:ext>
            </a:extLst>
          </p:cNvPr>
          <p:cNvSpPr txBox="1"/>
          <p:nvPr/>
        </p:nvSpPr>
        <p:spPr>
          <a:xfrm>
            <a:off x="906780" y="3730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Risk Areas</a:t>
            </a:r>
            <a:endParaRPr lang="en-US" sz="11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BA77D09-E3DE-A03F-8878-7BABBC1C7B7E}"/>
              </a:ext>
            </a:extLst>
          </p:cNvPr>
          <p:cNvSpPr txBox="1"/>
          <p:nvPr/>
        </p:nvSpPr>
        <p:spPr>
          <a:xfrm>
            <a:off x="906780" y="3986784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 most urgent threats to NexaChain</a:t>
            </a:r>
            <a:endParaRPr lang="en-US" sz="9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425CCEDB-ED25-2CF4-BE8D-E08D0C2F62F9}"/>
              </a:ext>
            </a:extLst>
          </p:cNvPr>
          <p:cNvSpPr/>
          <p:nvPr/>
        </p:nvSpPr>
        <p:spPr>
          <a:xfrm>
            <a:off x="312420" y="4498848"/>
            <a:ext cx="502920" cy="56692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1428CE4C-1D7E-27E5-BD93-530E2EE3AEEB}"/>
              </a:ext>
            </a:extLst>
          </p:cNvPr>
          <p:cNvSpPr txBox="1"/>
          <p:nvPr/>
        </p:nvSpPr>
        <p:spPr>
          <a:xfrm>
            <a:off x="312420" y="449884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E15DF833-44F1-D16E-1CC8-D6B12EAEBEE3}"/>
              </a:ext>
            </a:extLst>
          </p:cNvPr>
          <p:cNvSpPr/>
          <p:nvPr/>
        </p:nvSpPr>
        <p:spPr>
          <a:xfrm>
            <a:off x="815340" y="4498848"/>
            <a:ext cx="5394960" cy="5669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180EDA8-0427-D662-5902-917AB489002C}"/>
              </a:ext>
            </a:extLst>
          </p:cNvPr>
          <p:cNvSpPr txBox="1"/>
          <p:nvPr/>
        </p:nvSpPr>
        <p:spPr>
          <a:xfrm>
            <a:off x="906780" y="45354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Status</a:t>
            </a: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843B70A4-4EC9-AD53-D712-1B5709D41292}"/>
              </a:ext>
            </a:extLst>
          </p:cNvPr>
          <p:cNvSpPr txBox="1"/>
          <p:nvPr/>
        </p:nvSpPr>
        <p:spPr>
          <a:xfrm>
            <a:off x="906780" y="4791456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NexaChain stands against each framework</a:t>
            </a:r>
            <a:endParaRPr lang="en-US" sz="9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67BAD641-9F0F-EF3C-88B3-1E104FC4AAA9}"/>
              </a:ext>
            </a:extLst>
          </p:cNvPr>
          <p:cNvSpPr/>
          <p:nvPr/>
        </p:nvSpPr>
        <p:spPr>
          <a:xfrm>
            <a:off x="312420" y="5303520"/>
            <a:ext cx="502920" cy="56692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7FC258D6-28D5-AA92-9493-509749C676A7}"/>
              </a:ext>
            </a:extLst>
          </p:cNvPr>
          <p:cNvSpPr txBox="1"/>
          <p:nvPr/>
        </p:nvSpPr>
        <p:spPr>
          <a:xfrm>
            <a:off x="312420" y="530352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BDEE0989-272D-7376-491C-921E816CE0CA}"/>
              </a:ext>
            </a:extLst>
          </p:cNvPr>
          <p:cNvSpPr/>
          <p:nvPr/>
        </p:nvSpPr>
        <p:spPr>
          <a:xfrm>
            <a:off x="815340" y="5303520"/>
            <a:ext cx="5394960" cy="5669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8F6CBE56-4A1E-9DD8-B1AF-ED907016CF93}"/>
              </a:ext>
            </a:extLst>
          </p:cNvPr>
          <p:cNvSpPr txBox="1"/>
          <p:nvPr/>
        </p:nvSpPr>
        <p:spPr>
          <a:xfrm>
            <a:off x="906780" y="53400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Governance</a:t>
            </a:r>
            <a:endParaRPr lang="en-US" sz="11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58E896C4-0DAC-4AAF-3F8B-D060223DA3AE}"/>
              </a:ext>
            </a:extLst>
          </p:cNvPr>
          <p:cNvSpPr txBox="1"/>
          <p:nvPr/>
        </p:nvSpPr>
        <p:spPr>
          <a:xfrm>
            <a:off x="906780" y="559612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FraudShield and NexaBot findings</a:t>
            </a:r>
            <a:endParaRPr lang="en-US" sz="9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D5BCB68D-3E86-DB5C-5382-B829A59BCF88}"/>
              </a:ext>
            </a:extLst>
          </p:cNvPr>
          <p:cNvSpPr/>
          <p:nvPr/>
        </p:nvSpPr>
        <p:spPr>
          <a:xfrm>
            <a:off x="6347460" y="1280160"/>
            <a:ext cx="502920" cy="56692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44D3356A-BCDC-9E47-655B-0F936C74AD4B}"/>
              </a:ext>
            </a:extLst>
          </p:cNvPr>
          <p:cNvSpPr txBox="1"/>
          <p:nvPr/>
        </p:nvSpPr>
        <p:spPr>
          <a:xfrm>
            <a:off x="6347460" y="128016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1018B3AC-277A-1F25-12F2-47214BE36001}"/>
              </a:ext>
            </a:extLst>
          </p:cNvPr>
          <p:cNvSpPr/>
          <p:nvPr/>
        </p:nvSpPr>
        <p:spPr>
          <a:xfrm>
            <a:off x="6850380" y="1280160"/>
            <a:ext cx="5288280" cy="5669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C33A3471-933E-5817-C280-46F28B62F117}"/>
              </a:ext>
            </a:extLst>
          </p:cNvPr>
          <p:cNvSpPr txBox="1"/>
          <p:nvPr/>
        </p:nvSpPr>
        <p:spPr>
          <a:xfrm>
            <a:off x="6941820" y="13167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Heatmap</a:t>
            </a:r>
            <a:endParaRPr lang="en-US" sz="11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E4F7F82D-A347-8425-0E3D-D87B171A0476}"/>
              </a:ext>
            </a:extLst>
          </p:cNvPr>
          <p:cNvSpPr txBox="1"/>
          <p:nvPr/>
        </p:nvSpPr>
        <p:spPr>
          <a:xfrm>
            <a:off x="6941820" y="15727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overview of all 18 risks</a:t>
            </a:r>
            <a:endParaRPr lang="en-US" sz="9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C614D60C-ECD5-A5FB-571F-F6E0774AE997}"/>
              </a:ext>
            </a:extLst>
          </p:cNvPr>
          <p:cNvSpPr/>
          <p:nvPr/>
        </p:nvSpPr>
        <p:spPr>
          <a:xfrm>
            <a:off x="6347460" y="2084832"/>
            <a:ext cx="502920" cy="56692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6CEE9073-8C6C-861E-2F3B-C956CD4D1056}"/>
              </a:ext>
            </a:extLst>
          </p:cNvPr>
          <p:cNvSpPr txBox="1"/>
          <p:nvPr/>
        </p:nvSpPr>
        <p:spPr>
          <a:xfrm>
            <a:off x="6347460" y="208483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B4D2B0AE-D708-1379-849D-2D8A6F37ADF7}"/>
              </a:ext>
            </a:extLst>
          </p:cNvPr>
          <p:cNvSpPr/>
          <p:nvPr/>
        </p:nvSpPr>
        <p:spPr>
          <a:xfrm>
            <a:off x="6850380" y="2084832"/>
            <a:ext cx="5341620" cy="5669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9D779A02-4403-B26C-32AE-3FBAAE8F52EF}"/>
              </a:ext>
            </a:extLst>
          </p:cNvPr>
          <p:cNvSpPr txBox="1"/>
          <p:nvPr/>
        </p:nvSpPr>
        <p:spPr>
          <a:xfrm>
            <a:off x="6941820" y="2121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Recommendations</a:t>
            </a:r>
            <a:endParaRPr lang="en-US" sz="11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16DFFAC5-7F60-363C-88E6-76B9C6E6FC06}"/>
              </a:ext>
            </a:extLst>
          </p:cNvPr>
          <p:cNvSpPr txBox="1"/>
          <p:nvPr/>
        </p:nvSpPr>
        <p:spPr>
          <a:xfrm>
            <a:off x="6941820" y="237744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actions requiring board approval</a:t>
            </a:r>
            <a:endParaRPr lang="en-US" sz="9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388AF73C-B268-FC5B-E232-56E7C94A1009}"/>
              </a:ext>
            </a:extLst>
          </p:cNvPr>
          <p:cNvSpPr/>
          <p:nvPr/>
        </p:nvSpPr>
        <p:spPr>
          <a:xfrm>
            <a:off x="6347460" y="2889504"/>
            <a:ext cx="502920" cy="56692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43E8C64B-9CA3-39B8-A95C-59BF59E7DD9D}"/>
              </a:ext>
            </a:extLst>
          </p:cNvPr>
          <p:cNvSpPr txBox="1"/>
          <p:nvPr/>
        </p:nvSpPr>
        <p:spPr>
          <a:xfrm>
            <a:off x="6347460" y="288950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3CCB5F9F-D0A5-9362-D2BB-00AC746DE74C}"/>
              </a:ext>
            </a:extLst>
          </p:cNvPr>
          <p:cNvSpPr/>
          <p:nvPr/>
        </p:nvSpPr>
        <p:spPr>
          <a:xfrm>
            <a:off x="6850380" y="2889504"/>
            <a:ext cx="5341620" cy="5669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A4903D2D-8606-6A4B-4F59-AB0CB4A3AF5D}"/>
              </a:ext>
            </a:extLst>
          </p:cNvPr>
          <p:cNvSpPr txBox="1"/>
          <p:nvPr/>
        </p:nvSpPr>
        <p:spPr>
          <a:xfrm>
            <a:off x="6941820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Required</a:t>
            </a:r>
            <a:endParaRPr lang="en-US" sz="1100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CB5CF3DC-A60F-F380-0CCB-1E3DE1EC7332}"/>
              </a:ext>
            </a:extLst>
          </p:cNvPr>
          <p:cNvSpPr txBox="1"/>
          <p:nvPr/>
        </p:nvSpPr>
        <p:spPr>
          <a:xfrm>
            <a:off x="6941820" y="318211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needed to remediate</a:t>
            </a:r>
            <a:endParaRPr lang="en-US" sz="900" dirty="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C41648B4-3126-4D99-11F3-D31BAD3A6862}"/>
              </a:ext>
            </a:extLst>
          </p:cNvPr>
          <p:cNvSpPr/>
          <p:nvPr/>
        </p:nvSpPr>
        <p:spPr>
          <a:xfrm>
            <a:off x="6347460" y="3694176"/>
            <a:ext cx="502920" cy="56692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7D1EBDBC-08C4-4BDA-F8EF-9B2F399D90D5}"/>
              </a:ext>
            </a:extLst>
          </p:cNvPr>
          <p:cNvSpPr txBox="1"/>
          <p:nvPr/>
        </p:nvSpPr>
        <p:spPr>
          <a:xfrm>
            <a:off x="6347460" y="369417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B67F649E-3373-0831-8716-C67719A1FB64}"/>
              </a:ext>
            </a:extLst>
          </p:cNvPr>
          <p:cNvSpPr/>
          <p:nvPr/>
        </p:nvSpPr>
        <p:spPr>
          <a:xfrm>
            <a:off x="6850380" y="3694176"/>
            <a:ext cx="5394960" cy="5669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259E8E8C-8073-790C-C257-D24B6E67E6DA}"/>
              </a:ext>
            </a:extLst>
          </p:cNvPr>
          <p:cNvSpPr txBox="1"/>
          <p:nvPr/>
        </p:nvSpPr>
        <p:spPr>
          <a:xfrm>
            <a:off x="6941820" y="3730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Roadmap</a:t>
            </a:r>
            <a:endParaRPr lang="en-US" sz="1100" dirty="0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EF2B600B-BC9A-070B-75DC-824C48167354}"/>
              </a:ext>
            </a:extLst>
          </p:cNvPr>
          <p:cNvSpPr txBox="1"/>
          <p:nvPr/>
        </p:nvSpPr>
        <p:spPr>
          <a:xfrm>
            <a:off x="6941820" y="3986784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timeline to resolve critical findings</a:t>
            </a:r>
            <a:endParaRPr lang="en-US" sz="90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283176B6-5B91-8BB1-12DA-1675C1008F44}"/>
              </a:ext>
            </a:extLst>
          </p:cNvPr>
          <p:cNvSpPr/>
          <p:nvPr/>
        </p:nvSpPr>
        <p:spPr>
          <a:xfrm>
            <a:off x="6347460" y="4498848"/>
            <a:ext cx="502920" cy="56692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A9CCD7A4-302B-EA71-ABDE-2E12FE5E2405}"/>
              </a:ext>
            </a:extLst>
          </p:cNvPr>
          <p:cNvSpPr txBox="1"/>
          <p:nvPr/>
        </p:nvSpPr>
        <p:spPr>
          <a:xfrm>
            <a:off x="6347460" y="449884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0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AEF50330-1589-6181-BED7-6612926EF861}"/>
              </a:ext>
            </a:extLst>
          </p:cNvPr>
          <p:cNvSpPr/>
          <p:nvPr/>
        </p:nvSpPr>
        <p:spPr>
          <a:xfrm>
            <a:off x="6850380" y="4498848"/>
            <a:ext cx="5394960" cy="5669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A1104BCC-BF10-7F6E-6B03-BBEFDDE7F403}"/>
              </a:ext>
            </a:extLst>
          </p:cNvPr>
          <p:cNvSpPr txBox="1"/>
          <p:nvPr/>
        </p:nvSpPr>
        <p:spPr>
          <a:xfrm>
            <a:off x="6941820" y="45354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Consequences of Inaction</a:t>
            </a:r>
            <a:endParaRPr lang="en-US" sz="1100" dirty="0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0A17EFFB-4B37-F53B-92E2-02ABA4D9CA2A}"/>
              </a:ext>
            </a:extLst>
          </p:cNvPr>
          <p:cNvSpPr txBox="1"/>
          <p:nvPr/>
        </p:nvSpPr>
        <p:spPr>
          <a:xfrm>
            <a:off x="6941820" y="4791456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if nothing changes</a:t>
            </a:r>
            <a:endParaRPr lang="en-US" sz="900" dirty="0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49C9CA93-16B7-A08F-086F-3D992DA4D70B}"/>
              </a:ext>
            </a:extLst>
          </p:cNvPr>
          <p:cNvSpPr/>
          <p:nvPr/>
        </p:nvSpPr>
        <p:spPr>
          <a:xfrm>
            <a:off x="6347460" y="5303520"/>
            <a:ext cx="502920" cy="56692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5C148EDD-8211-2767-3336-2C8996C97E63}"/>
              </a:ext>
            </a:extLst>
          </p:cNvPr>
          <p:cNvSpPr txBox="1"/>
          <p:nvPr/>
        </p:nvSpPr>
        <p:spPr>
          <a:xfrm>
            <a:off x="6347460" y="530352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00673A30-BF13-3867-2627-D28BBC53CDEC}"/>
              </a:ext>
            </a:extLst>
          </p:cNvPr>
          <p:cNvSpPr/>
          <p:nvPr/>
        </p:nvSpPr>
        <p:spPr>
          <a:xfrm>
            <a:off x="6850380" y="5303520"/>
            <a:ext cx="5394960" cy="5669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9AF7C54D-ECC3-B91E-F995-8C8C0E54E6EF}"/>
              </a:ext>
            </a:extLst>
          </p:cNvPr>
          <p:cNvSpPr txBox="1"/>
          <p:nvPr/>
        </p:nvSpPr>
        <p:spPr>
          <a:xfrm>
            <a:off x="6941820" y="53400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B90761BD-5655-C2DA-7908-955010BA094D}"/>
              </a:ext>
            </a:extLst>
          </p:cNvPr>
          <p:cNvSpPr txBox="1"/>
          <p:nvPr/>
        </p:nvSpPr>
        <p:spPr>
          <a:xfrm>
            <a:off x="6941820" y="559612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to compliance and next steps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13323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98FED4-39F5-BAF2-497D-ADA5E086B0AE}"/>
              </a:ext>
            </a:extLst>
          </p:cNvPr>
          <p:cNvSpPr/>
          <p:nvPr/>
        </p:nvSpPr>
        <p:spPr>
          <a:xfrm>
            <a:off x="-15240" y="-448056"/>
            <a:ext cx="121920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081E029-8428-1C52-75BC-B36E8B9A9971}"/>
              </a:ext>
            </a:extLst>
          </p:cNvPr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22949C2-1B35-C8B8-4AD1-26718BB897CA}"/>
              </a:ext>
            </a:extLst>
          </p:cNvPr>
          <p:cNvSpPr txBox="1"/>
          <p:nvPr/>
        </p:nvSpPr>
        <p:spPr>
          <a:xfrm>
            <a:off x="365760" y="457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200" dirty="0">
              <a:solidFill>
                <a:srgbClr val="002060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8F4BA61-75B0-B83F-7E44-23F979A16D2A}"/>
              </a:ext>
            </a:extLst>
          </p:cNvPr>
          <p:cNvSpPr txBox="1"/>
          <p:nvPr/>
        </p:nvSpPr>
        <p:spPr>
          <a:xfrm>
            <a:off x="10789920" y="914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14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828CD88-6B79-F298-7F35-5AEC47F338B8}"/>
              </a:ext>
            </a:extLst>
          </p:cNvPr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6E50F93-7075-2A3B-817B-CDAEDC29FDE8}"/>
              </a:ext>
            </a:extLst>
          </p:cNvPr>
          <p:cNvSpPr txBox="1"/>
          <p:nvPr/>
        </p:nvSpPr>
        <p:spPr>
          <a:xfrm>
            <a:off x="23318" y="1073860"/>
            <a:ext cx="12192000" cy="5943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793C974-F8D2-AE8C-E3F8-B271E485AD7B}"/>
              </a:ext>
            </a:extLst>
          </p:cNvPr>
          <p:cNvSpPr txBox="1"/>
          <p:nvPr/>
        </p:nvSpPr>
        <p:spPr>
          <a:xfrm>
            <a:off x="194388" y="1288277"/>
            <a:ext cx="11430000" cy="1232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NexaChain's first ever GRC assessment. The findings reflect the absence of any formal security or compliance program before this engagement which is not unusual for a fast-growing startup, but must be addressed urgently.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8AC7FB2-F81F-6182-4CF7-B4FE8AD08147}"/>
              </a:ext>
            </a:extLst>
          </p:cNvPr>
          <p:cNvSpPr/>
          <p:nvPr/>
        </p:nvSpPr>
        <p:spPr>
          <a:xfrm>
            <a:off x="365760" y="2834640"/>
            <a:ext cx="3566160" cy="1371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E8EDDDA-F0F8-A859-C706-CF63FD087721}"/>
              </a:ext>
            </a:extLst>
          </p:cNvPr>
          <p:cNvSpPr txBox="1"/>
          <p:nvPr/>
        </p:nvSpPr>
        <p:spPr>
          <a:xfrm>
            <a:off x="327202" y="2897761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5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7EB3B80-4432-7DAC-D191-600CC088D5E9}"/>
              </a:ext>
            </a:extLst>
          </p:cNvPr>
          <p:cNvSpPr txBox="1"/>
          <p:nvPr/>
        </p:nvSpPr>
        <p:spPr>
          <a:xfrm>
            <a:off x="365760" y="36576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Findings</a:t>
            </a:r>
            <a:endParaRPr lang="en-US" sz="11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55DAA87-DE6F-EFDF-BCB3-727D88347358}"/>
              </a:ext>
            </a:extLst>
          </p:cNvPr>
          <p:cNvSpPr/>
          <p:nvPr/>
        </p:nvSpPr>
        <p:spPr>
          <a:xfrm>
            <a:off x="4297680" y="2834640"/>
            <a:ext cx="3566160" cy="137160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8C33037-28B0-6D9D-83CE-DC28C4A2D30A}"/>
              </a:ext>
            </a:extLst>
          </p:cNvPr>
          <p:cNvSpPr txBox="1"/>
          <p:nvPr/>
        </p:nvSpPr>
        <p:spPr>
          <a:xfrm>
            <a:off x="4297680" y="28803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5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621D55B-81ED-6479-185E-A75FC4FF2374}"/>
              </a:ext>
            </a:extLst>
          </p:cNvPr>
          <p:cNvSpPr txBox="1"/>
          <p:nvPr/>
        </p:nvSpPr>
        <p:spPr>
          <a:xfrm>
            <a:off x="4297680" y="36576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Findings</a:t>
            </a:r>
            <a:endParaRPr lang="en-US" sz="11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42E6C28-8615-2799-EA4B-A991CFF8C377}"/>
              </a:ext>
            </a:extLst>
          </p:cNvPr>
          <p:cNvSpPr/>
          <p:nvPr/>
        </p:nvSpPr>
        <p:spPr>
          <a:xfrm>
            <a:off x="8229600" y="2834640"/>
            <a:ext cx="3566160" cy="137160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9EA9313-D0C3-2A6D-8A0D-A789AA0371FA}"/>
              </a:ext>
            </a:extLst>
          </p:cNvPr>
          <p:cNvSpPr txBox="1"/>
          <p:nvPr/>
        </p:nvSpPr>
        <p:spPr>
          <a:xfrm>
            <a:off x="8229600" y="28803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7C0327D-016C-C6A3-49CF-86DA2CD33A01}"/>
              </a:ext>
            </a:extLst>
          </p:cNvPr>
          <p:cNvSpPr txBox="1"/>
          <p:nvPr/>
        </p:nvSpPr>
        <p:spPr>
          <a:xfrm>
            <a:off x="8229600" y="36576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Legal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Violations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7D9248F-0454-3D4B-8332-900180173257}"/>
              </a:ext>
            </a:extLst>
          </p:cNvPr>
          <p:cNvSpPr txBox="1"/>
          <p:nvPr/>
        </p:nvSpPr>
        <p:spPr>
          <a:xfrm>
            <a:off x="365760" y="438912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 Most Urgent Actions:</a:t>
            </a:r>
            <a:endParaRPr lang="en-US" sz="12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6233E75-8C32-C272-7494-40CD53346BF2}"/>
              </a:ext>
            </a:extLst>
          </p:cNvPr>
          <p:cNvSpPr/>
          <p:nvPr/>
        </p:nvSpPr>
        <p:spPr>
          <a:xfrm>
            <a:off x="365760" y="4754880"/>
            <a:ext cx="11430000" cy="4754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0E875D3-FE49-9029-DBA8-0017272A93AE}"/>
              </a:ext>
            </a:extLst>
          </p:cNvPr>
          <p:cNvSpPr txBox="1"/>
          <p:nvPr/>
        </p:nvSpPr>
        <p:spPr>
          <a:xfrm>
            <a:off x="502920" y="478231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Stop FraudShield from freezing customer accounts without human review — currently illegal under UK GDPR</a:t>
            </a:r>
            <a:endParaRPr lang="en-US" sz="1000" dirty="0">
              <a:solidFill>
                <a:srgbClr val="C00000"/>
              </a:solidFill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FF52ECB-E79D-E175-C771-57AFDEB6C2AA}"/>
              </a:ext>
            </a:extLst>
          </p:cNvPr>
          <p:cNvSpPr/>
          <p:nvPr/>
        </p:nvSpPr>
        <p:spPr>
          <a:xfrm>
            <a:off x="365760" y="5303520"/>
            <a:ext cx="11430000" cy="4754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AC2445D-5E7F-6452-A6E2-E4F720A3299F}"/>
              </a:ext>
            </a:extLst>
          </p:cNvPr>
          <p:cNvSpPr txBox="1"/>
          <p:nvPr/>
        </p:nvSpPr>
        <p:spPr>
          <a:xfrm>
            <a:off x="515361" y="5330089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Encrypt AWS S3 buckets storing 85,000 customer records — can be fixed in hours at no cost</a:t>
            </a:r>
            <a:endParaRPr lang="en-US" sz="1000" b="1" dirty="0">
              <a:solidFill>
                <a:srgbClr val="C00000"/>
              </a:solidFill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CC05060-BBD3-74F3-B6AD-C2629730F23A}"/>
              </a:ext>
            </a:extLst>
          </p:cNvPr>
          <p:cNvSpPr/>
          <p:nvPr/>
        </p:nvSpPr>
        <p:spPr>
          <a:xfrm>
            <a:off x="365760" y="5852160"/>
            <a:ext cx="11430000" cy="4754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3D09E20-A3D9-D075-43A8-3F8DF6466774}"/>
              </a:ext>
            </a:extLst>
          </p:cNvPr>
          <p:cNvSpPr txBox="1"/>
          <p:nvPr/>
        </p:nvSpPr>
        <p:spPr>
          <a:xfrm>
            <a:off x="502920" y="587959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Sign data contract with NexaBot provider — customer data shared with third party with no legal agreement</a:t>
            </a:r>
            <a:endParaRPr lang="en-US" sz="1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856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D4CFCF2-58D6-2BE6-6252-06B0FFE45F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797A509-25FB-3330-345A-0B0EFF5D3291}"/>
              </a:ext>
            </a:extLst>
          </p:cNvPr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050A715-4C1C-8292-CEB8-26157A14EC35}"/>
              </a:ext>
            </a:extLst>
          </p:cNvPr>
          <p:cNvSpPr txBox="1"/>
          <p:nvPr/>
        </p:nvSpPr>
        <p:spPr>
          <a:xfrm>
            <a:off x="731520" y="35083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Scope &amp; Methodology</a:t>
            </a:r>
            <a:endParaRPr lang="en-US" sz="2200" dirty="0">
              <a:solidFill>
                <a:srgbClr val="002060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5D072F2-E195-5770-5D4F-F26B0D1C966A}"/>
              </a:ext>
            </a:extLst>
          </p:cNvPr>
          <p:cNvSpPr txBox="1"/>
          <p:nvPr/>
        </p:nvSpPr>
        <p:spPr>
          <a:xfrm>
            <a:off x="10789920" y="914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14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1CBA823-EBFE-C36C-A725-A2AFE75E6239}"/>
              </a:ext>
            </a:extLst>
          </p:cNvPr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E2FED18-9B4F-DC63-046F-96A68C5269BB}"/>
              </a:ext>
            </a:extLst>
          </p:cNvPr>
          <p:cNvSpPr txBox="1"/>
          <p:nvPr/>
        </p:nvSpPr>
        <p:spPr>
          <a:xfrm>
            <a:off x="365760" y="123444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Assessed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D3AE73F-0E9E-4664-54B1-423C0B464B6A}"/>
              </a:ext>
            </a:extLst>
          </p:cNvPr>
          <p:cNvSpPr/>
          <p:nvPr/>
        </p:nvSpPr>
        <p:spPr>
          <a:xfrm>
            <a:off x="365760" y="1691640"/>
            <a:ext cx="1188720" cy="8686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9BB6922-76CA-BFA1-97DA-41BAA82400C2}"/>
              </a:ext>
            </a:extLst>
          </p:cNvPr>
          <p:cNvSpPr txBox="1"/>
          <p:nvPr/>
        </p:nvSpPr>
        <p:spPr>
          <a:xfrm>
            <a:off x="365760" y="16916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27BB2FE-D1B1-0DD5-CB30-D5880EC4B291}"/>
              </a:ext>
            </a:extLst>
          </p:cNvPr>
          <p:cNvSpPr/>
          <p:nvPr/>
        </p:nvSpPr>
        <p:spPr>
          <a:xfrm>
            <a:off x="1554480" y="1691640"/>
            <a:ext cx="10241280" cy="8686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0527528-060A-BAFF-F7F6-C436E66BAC18}"/>
              </a:ext>
            </a:extLst>
          </p:cNvPr>
          <p:cNvSpPr txBox="1"/>
          <p:nvPr/>
        </p:nvSpPr>
        <p:spPr>
          <a:xfrm>
            <a:off x="1691640" y="17465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Review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3E61C6D-DA8E-DB78-0F1A-996B0FE95526}"/>
              </a:ext>
            </a:extLst>
          </p:cNvPr>
          <p:cNvSpPr txBox="1"/>
          <p:nvPr/>
        </p:nvSpPr>
        <p:spPr>
          <a:xfrm>
            <a:off x="5029200" y="17465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findings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6F0C3ED-5B8D-1F25-4D71-43C52C4A1A39}"/>
              </a:ext>
            </a:extLst>
          </p:cNvPr>
          <p:cNvSpPr txBox="1"/>
          <p:nvPr/>
        </p:nvSpPr>
        <p:spPr>
          <a:xfrm>
            <a:off x="1691640" y="21031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Policies, roles, procedures, organizational structure</a:t>
            </a:r>
            <a:endParaRPr lang="en-US" sz="9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F164CF4-BAB1-A1D8-5F97-DBD0641B9015}"/>
              </a:ext>
            </a:extLst>
          </p:cNvPr>
          <p:cNvSpPr/>
          <p:nvPr/>
        </p:nvSpPr>
        <p:spPr>
          <a:xfrm>
            <a:off x="365760" y="2743200"/>
            <a:ext cx="1188720" cy="8686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A34F7E9-56C2-6C47-5B8D-44D4FB0E14E1}"/>
              </a:ext>
            </a:extLst>
          </p:cNvPr>
          <p:cNvSpPr txBox="1"/>
          <p:nvPr/>
        </p:nvSpPr>
        <p:spPr>
          <a:xfrm>
            <a:off x="365760" y="274320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0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6E59F41-77D3-DCE5-49DB-C938EA25DD89}"/>
              </a:ext>
            </a:extLst>
          </p:cNvPr>
          <p:cNvSpPr/>
          <p:nvPr/>
        </p:nvSpPr>
        <p:spPr>
          <a:xfrm>
            <a:off x="1554480" y="2743200"/>
            <a:ext cx="10241280" cy="8686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7EC69F3-8AE8-D3CA-C784-808F66093696}"/>
              </a:ext>
            </a:extLst>
          </p:cNvPr>
          <p:cNvSpPr txBox="1"/>
          <p:nvPr/>
        </p:nvSpPr>
        <p:spPr>
          <a:xfrm>
            <a:off x="1691640" y="27980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B91AFF8-16CE-9BA7-2C49-8E5833890DA4}"/>
              </a:ext>
            </a:extLst>
          </p:cNvPr>
          <p:cNvSpPr txBox="1"/>
          <p:nvPr/>
        </p:nvSpPr>
        <p:spPr>
          <a:xfrm>
            <a:off x="5029200" y="27980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risks identified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6E95B80-2B8E-4296-F012-6893EEE0B1C1}"/>
              </a:ext>
            </a:extLst>
          </p:cNvPr>
          <p:cNvSpPr txBox="1"/>
          <p:nvPr/>
        </p:nvSpPr>
        <p:spPr>
          <a:xfrm>
            <a:off x="1691640" y="31546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Cyber, operational, regulatory, AI and third party risks</a:t>
            </a:r>
            <a:endParaRPr lang="en-US" sz="9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46444AD-956C-3EC5-8F92-3647AF5EC34E}"/>
              </a:ext>
            </a:extLst>
          </p:cNvPr>
          <p:cNvSpPr/>
          <p:nvPr/>
        </p:nvSpPr>
        <p:spPr>
          <a:xfrm>
            <a:off x="365760" y="3794760"/>
            <a:ext cx="1188720" cy="8686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4D24F6B-BC08-E1C7-CB65-D4265E15B82E}"/>
              </a:ext>
            </a:extLst>
          </p:cNvPr>
          <p:cNvSpPr txBox="1"/>
          <p:nvPr/>
        </p:nvSpPr>
        <p:spPr>
          <a:xfrm>
            <a:off x="365760" y="379476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10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0B3AEBC0-559F-C62D-A03F-7185F4DDC0CC}"/>
              </a:ext>
            </a:extLst>
          </p:cNvPr>
          <p:cNvSpPr/>
          <p:nvPr/>
        </p:nvSpPr>
        <p:spPr>
          <a:xfrm>
            <a:off x="1554480" y="3794760"/>
            <a:ext cx="10241280" cy="8686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98D81C4-16A4-CF32-AD9D-C052D23DB916}"/>
              </a:ext>
            </a:extLst>
          </p:cNvPr>
          <p:cNvSpPr txBox="1"/>
          <p:nvPr/>
        </p:nvSpPr>
        <p:spPr>
          <a:xfrm>
            <a:off x="1691640" y="38496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Assessment</a:t>
            </a:r>
            <a:endParaRPr lang="en-US" sz="1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C449B0E-74CA-74B1-83C5-2B2FEAEFC62F}"/>
              </a:ext>
            </a:extLst>
          </p:cNvPr>
          <p:cNvSpPr txBox="1"/>
          <p:nvPr/>
        </p:nvSpPr>
        <p:spPr>
          <a:xfrm>
            <a:off x="5029200" y="389627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16% | NIST 4% | GDPR 12%</a:t>
            </a:r>
            <a:endParaRPr lang="en-US" sz="1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01CA9E9-0943-75CA-A9A1-F097739E92A9}"/>
              </a:ext>
            </a:extLst>
          </p:cNvPr>
          <p:cNvSpPr txBox="1"/>
          <p:nvPr/>
        </p:nvSpPr>
        <p:spPr>
          <a:xfrm>
            <a:off x="1691640" y="420624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ISO 27001 controls | 39 NIST subcategories | 17 GDPR articles</a:t>
            </a:r>
            <a:endParaRPr lang="en-US" sz="9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0C01D7A0-88BA-CF7F-051F-3DA0139E5A72}"/>
              </a:ext>
            </a:extLst>
          </p:cNvPr>
          <p:cNvSpPr/>
          <p:nvPr/>
        </p:nvSpPr>
        <p:spPr>
          <a:xfrm>
            <a:off x="365760" y="4846320"/>
            <a:ext cx="1188720" cy="8686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6B2105F-2415-0BD7-1170-98889FA09F66}"/>
              </a:ext>
            </a:extLst>
          </p:cNvPr>
          <p:cNvSpPr txBox="1"/>
          <p:nvPr/>
        </p:nvSpPr>
        <p:spPr>
          <a:xfrm>
            <a:off x="365760" y="484632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</a:t>
            </a:r>
            <a:endParaRPr lang="en-US" sz="10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8038272-F467-F8C8-88F3-FD280F50B713}"/>
              </a:ext>
            </a:extLst>
          </p:cNvPr>
          <p:cNvSpPr/>
          <p:nvPr/>
        </p:nvSpPr>
        <p:spPr>
          <a:xfrm>
            <a:off x="1554480" y="4846320"/>
            <a:ext cx="10241280" cy="8686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6AD00F14-EDB0-02E7-D677-6DBC0F019C81}"/>
              </a:ext>
            </a:extLst>
          </p:cNvPr>
          <p:cNvSpPr txBox="1"/>
          <p:nvPr/>
        </p:nvSpPr>
        <p:spPr>
          <a:xfrm>
            <a:off x="1691640" y="49011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Governance</a:t>
            </a:r>
            <a:endParaRPr lang="en-US" sz="12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18E10968-CC36-F6C8-C383-D0629F497AA8}"/>
              </a:ext>
            </a:extLst>
          </p:cNvPr>
          <p:cNvSpPr txBox="1"/>
          <p:nvPr/>
        </p:nvSpPr>
        <p:spPr>
          <a:xfrm>
            <a:off x="5029200" y="49011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findings — 3 Critical</a:t>
            </a: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972E4FAD-B3DB-4956-C771-C93702C93B50}"/>
              </a:ext>
            </a:extLst>
          </p:cNvPr>
          <p:cNvSpPr txBox="1"/>
          <p:nvPr/>
        </p:nvSpPr>
        <p:spPr>
          <a:xfrm>
            <a:off x="1691640" y="525780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FraudShield AI and NexaBot AI assessed against EU AI Act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148328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4D35D73-D08E-88A9-7C0F-74AB6593C00F}"/>
              </a:ext>
            </a:extLst>
          </p:cNvPr>
          <p:cNvSpPr/>
          <p:nvPr/>
        </p:nvSpPr>
        <p:spPr>
          <a:xfrm>
            <a:off x="-213360" y="0"/>
            <a:ext cx="121920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8A2BF42-1FFE-346D-CF74-F745383C3128}"/>
              </a:ext>
            </a:extLst>
          </p:cNvPr>
          <p:cNvSpPr/>
          <p:nvPr/>
        </p:nvSpPr>
        <p:spPr>
          <a:xfrm>
            <a:off x="-213360" y="0"/>
            <a:ext cx="12405360" cy="10972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801116E-A37C-D9B2-A6D6-88E13256A14D}"/>
              </a:ext>
            </a:extLst>
          </p:cNvPr>
          <p:cNvSpPr txBox="1"/>
          <p:nvPr/>
        </p:nvSpPr>
        <p:spPr>
          <a:xfrm>
            <a:off x="152400" y="91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Overview</a:t>
            </a:r>
            <a:endParaRPr lang="en-US" sz="2200" dirty="0">
              <a:solidFill>
                <a:srgbClr val="002060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7EB3676-BAED-5296-7F9D-EDC16ECDA551}"/>
              </a:ext>
            </a:extLst>
          </p:cNvPr>
          <p:cNvSpPr txBox="1"/>
          <p:nvPr/>
        </p:nvSpPr>
        <p:spPr>
          <a:xfrm>
            <a:off x="10576560" y="44787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14</a:t>
            </a: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BCF482E-FEC7-0A88-0DA8-E58AFD41F6D4}"/>
              </a:ext>
            </a:extLst>
          </p:cNvPr>
          <p:cNvSpPr/>
          <p:nvPr/>
        </p:nvSpPr>
        <p:spPr>
          <a:xfrm>
            <a:off x="152400" y="1234440"/>
            <a:ext cx="2194560" cy="137160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E1E4F9C-F329-ADC7-5B1D-BDDEE05FC415}"/>
              </a:ext>
            </a:extLst>
          </p:cNvPr>
          <p:cNvSpPr txBox="1"/>
          <p:nvPr/>
        </p:nvSpPr>
        <p:spPr>
          <a:xfrm>
            <a:off x="152400" y="12801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4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B656482-BC35-BBCC-06DC-BBEAD2B765E6}"/>
              </a:ext>
            </a:extLst>
          </p:cNvPr>
          <p:cNvSpPr txBox="1"/>
          <p:nvPr/>
        </p:nvSpPr>
        <p:spPr>
          <a:xfrm>
            <a:off x="15240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D7C0C03-D49C-A971-32F1-EA365E24899B}"/>
              </a:ext>
            </a:extLst>
          </p:cNvPr>
          <p:cNvSpPr/>
          <p:nvPr/>
        </p:nvSpPr>
        <p:spPr>
          <a:xfrm>
            <a:off x="2575560" y="1234440"/>
            <a:ext cx="2194560" cy="137160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9FAED57-C6B7-68A2-2D51-4E70A5CBD992}"/>
              </a:ext>
            </a:extLst>
          </p:cNvPr>
          <p:cNvSpPr txBox="1"/>
          <p:nvPr/>
        </p:nvSpPr>
        <p:spPr>
          <a:xfrm>
            <a:off x="2575560" y="12801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4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EA2151F-C075-55B3-4DF7-D764178AA867}"/>
              </a:ext>
            </a:extLst>
          </p:cNvPr>
          <p:cNvSpPr txBox="1"/>
          <p:nvPr/>
        </p:nvSpPr>
        <p:spPr>
          <a:xfrm>
            <a:off x="257556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DD64D62-5312-3410-5215-1DF0B1CE76B7}"/>
              </a:ext>
            </a:extLst>
          </p:cNvPr>
          <p:cNvSpPr/>
          <p:nvPr/>
        </p:nvSpPr>
        <p:spPr>
          <a:xfrm>
            <a:off x="4998720" y="1234440"/>
            <a:ext cx="2194560" cy="137160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662920E-EB8B-3CBE-B3BB-2B5735BDD478}"/>
              </a:ext>
            </a:extLst>
          </p:cNvPr>
          <p:cNvSpPr txBox="1"/>
          <p:nvPr/>
        </p:nvSpPr>
        <p:spPr>
          <a:xfrm>
            <a:off x="4998720" y="12801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4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4E6C32D-5826-FB96-11B1-4ABF0E9C0B9B}"/>
              </a:ext>
            </a:extLst>
          </p:cNvPr>
          <p:cNvSpPr txBox="1"/>
          <p:nvPr/>
        </p:nvSpPr>
        <p:spPr>
          <a:xfrm>
            <a:off x="499872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0BF18E8-5F50-57D9-67FC-424A52D96093}"/>
              </a:ext>
            </a:extLst>
          </p:cNvPr>
          <p:cNvSpPr/>
          <p:nvPr/>
        </p:nvSpPr>
        <p:spPr>
          <a:xfrm>
            <a:off x="7421880" y="1234440"/>
            <a:ext cx="2194560" cy="1371600"/>
          </a:xfrm>
          <a:prstGeom prst="rect">
            <a:avLst/>
          </a:prstGeom>
          <a:solidFill>
            <a:srgbClr val="FFF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DF223FD-E1A4-CB26-97A5-D5D713A33E51}"/>
              </a:ext>
            </a:extLst>
          </p:cNvPr>
          <p:cNvSpPr txBox="1"/>
          <p:nvPr/>
        </p:nvSpPr>
        <p:spPr>
          <a:xfrm>
            <a:off x="7421880" y="12801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6E6E2E7-E64D-0EC2-3842-CE936BC77BDA}"/>
              </a:ext>
            </a:extLst>
          </p:cNvPr>
          <p:cNvSpPr txBox="1"/>
          <p:nvPr/>
        </p:nvSpPr>
        <p:spPr>
          <a:xfrm>
            <a:off x="742188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274296B-1883-27DB-0591-6FFC8DEC42CA}"/>
              </a:ext>
            </a:extLst>
          </p:cNvPr>
          <p:cNvSpPr/>
          <p:nvPr/>
        </p:nvSpPr>
        <p:spPr>
          <a:xfrm>
            <a:off x="9845040" y="1234440"/>
            <a:ext cx="2194560" cy="13716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9240C3C-9B1B-E0A5-C25C-CAAA8C6D6C3A}"/>
              </a:ext>
            </a:extLst>
          </p:cNvPr>
          <p:cNvSpPr txBox="1"/>
          <p:nvPr/>
        </p:nvSpPr>
        <p:spPr>
          <a:xfrm>
            <a:off x="9845040" y="1326813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4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8376B4B-B306-573E-20A9-A07D0E80CE3E}"/>
              </a:ext>
            </a:extLst>
          </p:cNvPr>
          <p:cNvSpPr txBox="1"/>
          <p:nvPr/>
        </p:nvSpPr>
        <p:spPr>
          <a:xfrm>
            <a:off x="984504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FFD818B-D843-D98C-1408-B8610EFB66D0}"/>
              </a:ext>
            </a:extLst>
          </p:cNvPr>
          <p:cNvSpPr txBox="1"/>
          <p:nvPr/>
        </p:nvSpPr>
        <p:spPr>
          <a:xfrm>
            <a:off x="152400" y="2881293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By Assessment Area</a:t>
            </a:r>
            <a:endParaRPr lang="en-US" sz="13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F1A98B3-2A0C-D6DF-957D-23C621861911}"/>
              </a:ext>
            </a:extLst>
          </p:cNvPr>
          <p:cNvSpPr/>
          <p:nvPr/>
        </p:nvSpPr>
        <p:spPr>
          <a:xfrm>
            <a:off x="152400" y="3291840"/>
            <a:ext cx="2743200" cy="5486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76D1E82-D5A8-3479-DB14-7E12A92E0075}"/>
              </a:ext>
            </a:extLst>
          </p:cNvPr>
          <p:cNvSpPr txBox="1"/>
          <p:nvPr/>
        </p:nvSpPr>
        <p:spPr>
          <a:xfrm>
            <a:off x="198120" y="3337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Area</a:t>
            </a:r>
            <a:endParaRPr lang="en-US" sz="10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1F8A55E1-E706-7860-F58D-6F7DE40C8859}"/>
              </a:ext>
            </a:extLst>
          </p:cNvPr>
          <p:cNvSpPr/>
          <p:nvPr/>
        </p:nvSpPr>
        <p:spPr>
          <a:xfrm>
            <a:off x="2895600" y="3291840"/>
            <a:ext cx="1005840" cy="5486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E48A3DE-D1B1-45BA-1B40-E042C7768AE8}"/>
              </a:ext>
            </a:extLst>
          </p:cNvPr>
          <p:cNvSpPr txBox="1"/>
          <p:nvPr/>
        </p:nvSpPr>
        <p:spPr>
          <a:xfrm>
            <a:off x="2941320" y="3337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0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0E0F5D26-F869-5F22-73DD-B089B090C84B}"/>
              </a:ext>
            </a:extLst>
          </p:cNvPr>
          <p:cNvSpPr/>
          <p:nvPr/>
        </p:nvSpPr>
        <p:spPr>
          <a:xfrm>
            <a:off x="3901440" y="3291840"/>
            <a:ext cx="1005840" cy="5486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01239391-95B6-3414-54D6-27DA9DCF79B9}"/>
              </a:ext>
            </a:extLst>
          </p:cNvPr>
          <p:cNvSpPr txBox="1"/>
          <p:nvPr/>
        </p:nvSpPr>
        <p:spPr>
          <a:xfrm>
            <a:off x="3947160" y="3337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7D35875C-7474-A232-0F58-6D1B4D7A4E22}"/>
              </a:ext>
            </a:extLst>
          </p:cNvPr>
          <p:cNvSpPr/>
          <p:nvPr/>
        </p:nvSpPr>
        <p:spPr>
          <a:xfrm>
            <a:off x="4907280" y="3291840"/>
            <a:ext cx="1005840" cy="5486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AA76AC6-17E9-CABC-1E5C-0E79D042C25F}"/>
              </a:ext>
            </a:extLst>
          </p:cNvPr>
          <p:cNvSpPr txBox="1"/>
          <p:nvPr/>
        </p:nvSpPr>
        <p:spPr>
          <a:xfrm>
            <a:off x="4953000" y="3337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550FD9B5-430B-2591-8D6D-40897E392EBA}"/>
              </a:ext>
            </a:extLst>
          </p:cNvPr>
          <p:cNvSpPr/>
          <p:nvPr/>
        </p:nvSpPr>
        <p:spPr>
          <a:xfrm>
            <a:off x="5913120" y="3291840"/>
            <a:ext cx="6492240" cy="5486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3AA5E9A2-2472-7D92-A02E-04BEE3A255ED}"/>
              </a:ext>
            </a:extLst>
          </p:cNvPr>
          <p:cNvSpPr txBox="1"/>
          <p:nvPr/>
        </p:nvSpPr>
        <p:spPr>
          <a:xfrm>
            <a:off x="5958840" y="3337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Issues Found</a:t>
            </a:r>
            <a:endParaRPr lang="en-US" sz="10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CFC4B87E-26D9-CFB7-698C-76E8C47B7BC8}"/>
              </a:ext>
            </a:extLst>
          </p:cNvPr>
          <p:cNvSpPr/>
          <p:nvPr/>
        </p:nvSpPr>
        <p:spPr>
          <a:xfrm>
            <a:off x="152400" y="3913632"/>
            <a:ext cx="2743200" cy="54864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A58888B-3E7A-B5B7-61C4-5F5BE9077062}"/>
              </a:ext>
            </a:extLst>
          </p:cNvPr>
          <p:cNvSpPr txBox="1"/>
          <p:nvPr/>
        </p:nvSpPr>
        <p:spPr>
          <a:xfrm>
            <a:off x="198120" y="39593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Review</a:t>
            </a:r>
            <a:endParaRPr lang="en-US" sz="9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74BC065D-5790-6717-BD3E-54080C3AA025}"/>
              </a:ext>
            </a:extLst>
          </p:cNvPr>
          <p:cNvSpPr/>
          <p:nvPr/>
        </p:nvSpPr>
        <p:spPr>
          <a:xfrm>
            <a:off x="2895600" y="3913632"/>
            <a:ext cx="1005840" cy="54864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9B191BCC-B998-14CE-BA71-612CE9C1DE50}"/>
              </a:ext>
            </a:extLst>
          </p:cNvPr>
          <p:cNvSpPr txBox="1"/>
          <p:nvPr/>
        </p:nvSpPr>
        <p:spPr>
          <a:xfrm>
            <a:off x="2941320" y="39593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BEF69DB9-D92B-B112-C6B1-225A323FA96E}"/>
              </a:ext>
            </a:extLst>
          </p:cNvPr>
          <p:cNvSpPr/>
          <p:nvPr/>
        </p:nvSpPr>
        <p:spPr>
          <a:xfrm>
            <a:off x="3901440" y="3913632"/>
            <a:ext cx="1005840" cy="54864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FE088BAC-C1E7-5E1F-1F8F-493EFD3F508B}"/>
              </a:ext>
            </a:extLst>
          </p:cNvPr>
          <p:cNvSpPr txBox="1"/>
          <p:nvPr/>
        </p:nvSpPr>
        <p:spPr>
          <a:xfrm>
            <a:off x="3947160" y="39593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7607D6F2-D630-57FC-2812-45DAA71E8982}"/>
              </a:ext>
            </a:extLst>
          </p:cNvPr>
          <p:cNvSpPr/>
          <p:nvPr/>
        </p:nvSpPr>
        <p:spPr>
          <a:xfrm>
            <a:off x="4907280" y="3913632"/>
            <a:ext cx="1005840" cy="54864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16FF93D0-F620-7BE1-57A3-C08ACD6C6425}"/>
              </a:ext>
            </a:extLst>
          </p:cNvPr>
          <p:cNvSpPr txBox="1"/>
          <p:nvPr/>
        </p:nvSpPr>
        <p:spPr>
          <a:xfrm>
            <a:off x="4953000" y="39593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2F374973-787A-5B68-6E2A-1DB994EB1F82}"/>
              </a:ext>
            </a:extLst>
          </p:cNvPr>
          <p:cNvSpPr/>
          <p:nvPr/>
        </p:nvSpPr>
        <p:spPr>
          <a:xfrm>
            <a:off x="5913120" y="3913632"/>
            <a:ext cx="6492240" cy="54864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E3A46F41-793C-6862-F795-9E90813E163E}"/>
              </a:ext>
            </a:extLst>
          </p:cNvPr>
          <p:cNvSpPr txBox="1"/>
          <p:nvPr/>
        </p:nvSpPr>
        <p:spPr>
          <a:xfrm>
            <a:off x="5958840" y="39593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CISO, no DPO, no IRP, no BCP, no Risk Register prior to engagement</a:t>
            </a:r>
            <a:endParaRPr lang="en-US" sz="90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63547489-A2CC-D57E-96D0-8D98C1E0511D}"/>
              </a:ext>
            </a:extLst>
          </p:cNvPr>
          <p:cNvSpPr/>
          <p:nvPr/>
        </p:nvSpPr>
        <p:spPr>
          <a:xfrm>
            <a:off x="152400" y="4535424"/>
            <a:ext cx="27432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0C7A05E1-8164-EB6F-6F52-1832623768C9}"/>
              </a:ext>
            </a:extLst>
          </p:cNvPr>
          <p:cNvSpPr txBox="1"/>
          <p:nvPr/>
        </p:nvSpPr>
        <p:spPr>
          <a:xfrm>
            <a:off x="198120" y="45811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27001 Controls</a:t>
            </a:r>
            <a:endParaRPr lang="en-US" sz="90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1A28A4B4-C201-BBA9-E2EC-53F7B69BE05E}"/>
              </a:ext>
            </a:extLst>
          </p:cNvPr>
          <p:cNvSpPr/>
          <p:nvPr/>
        </p:nvSpPr>
        <p:spPr>
          <a:xfrm>
            <a:off x="2895600" y="4535424"/>
            <a:ext cx="10058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71F41F2F-38D3-A2ED-D726-E1971F2690EC}"/>
              </a:ext>
            </a:extLst>
          </p:cNvPr>
          <p:cNvSpPr txBox="1"/>
          <p:nvPr/>
        </p:nvSpPr>
        <p:spPr>
          <a:xfrm>
            <a:off x="2941320" y="45811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D31DAA6C-D91F-5DD8-CEC4-BE5083F71BE9}"/>
              </a:ext>
            </a:extLst>
          </p:cNvPr>
          <p:cNvSpPr/>
          <p:nvPr/>
        </p:nvSpPr>
        <p:spPr>
          <a:xfrm>
            <a:off x="3901440" y="4535424"/>
            <a:ext cx="10058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7CF9B5F1-FB03-EE1F-421C-039BDFB3F6D1}"/>
              </a:ext>
            </a:extLst>
          </p:cNvPr>
          <p:cNvSpPr txBox="1"/>
          <p:nvPr/>
        </p:nvSpPr>
        <p:spPr>
          <a:xfrm>
            <a:off x="3947160" y="45811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F021AD43-C069-BCCC-4F5E-605BF3861AC7}"/>
              </a:ext>
            </a:extLst>
          </p:cNvPr>
          <p:cNvSpPr/>
          <p:nvPr/>
        </p:nvSpPr>
        <p:spPr>
          <a:xfrm>
            <a:off x="4907280" y="4535424"/>
            <a:ext cx="10058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699FE70C-CA63-1EE3-C925-2E44EC60A74E}"/>
              </a:ext>
            </a:extLst>
          </p:cNvPr>
          <p:cNvSpPr txBox="1"/>
          <p:nvPr/>
        </p:nvSpPr>
        <p:spPr>
          <a:xfrm>
            <a:off x="4953000" y="45811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FA681A9E-9F11-142C-9C83-5356191BD5E1}"/>
              </a:ext>
            </a:extLst>
          </p:cNvPr>
          <p:cNvSpPr/>
          <p:nvPr/>
        </p:nvSpPr>
        <p:spPr>
          <a:xfrm>
            <a:off x="5913120" y="4535424"/>
            <a:ext cx="64922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6EE36775-A6D3-BA9E-D6DA-17C03DE28132}"/>
              </a:ext>
            </a:extLst>
          </p:cNvPr>
          <p:cNvSpPr txBox="1"/>
          <p:nvPr/>
        </p:nvSpPr>
        <p:spPr>
          <a:xfrm>
            <a:off x="5958840" y="458114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MFA, no encryption, no SIEM, no backups, no staff security training</a:t>
            </a:r>
            <a:endParaRPr lang="en-US" sz="9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A590FF1F-E5CD-F637-AD86-BE7F015CCB0B}"/>
              </a:ext>
            </a:extLst>
          </p:cNvPr>
          <p:cNvSpPr/>
          <p:nvPr/>
        </p:nvSpPr>
        <p:spPr>
          <a:xfrm>
            <a:off x="152400" y="5157216"/>
            <a:ext cx="2743200" cy="54864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9782BF67-BB19-8B5F-673B-8FDA904CD2B2}"/>
              </a:ext>
            </a:extLst>
          </p:cNvPr>
          <p:cNvSpPr txBox="1"/>
          <p:nvPr/>
        </p:nvSpPr>
        <p:spPr>
          <a:xfrm>
            <a:off x="198120" y="520293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GDPR</a:t>
            </a:r>
            <a:endParaRPr lang="en-US" sz="9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C61171F4-A0BC-6F1B-1B37-CB732CD4B818}"/>
              </a:ext>
            </a:extLst>
          </p:cNvPr>
          <p:cNvSpPr/>
          <p:nvPr/>
        </p:nvSpPr>
        <p:spPr>
          <a:xfrm>
            <a:off x="2895600" y="5157216"/>
            <a:ext cx="1005840" cy="54864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51BBC9AD-9464-6F9A-9FD9-F3033E6569A4}"/>
              </a:ext>
            </a:extLst>
          </p:cNvPr>
          <p:cNvSpPr txBox="1"/>
          <p:nvPr/>
        </p:nvSpPr>
        <p:spPr>
          <a:xfrm>
            <a:off x="2941320" y="52029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BB4DCEE0-6878-8BB8-F1A6-7F3B190363B4}"/>
              </a:ext>
            </a:extLst>
          </p:cNvPr>
          <p:cNvSpPr/>
          <p:nvPr/>
        </p:nvSpPr>
        <p:spPr>
          <a:xfrm>
            <a:off x="3901440" y="5157216"/>
            <a:ext cx="1005840" cy="54864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ADB99593-9E10-6DDE-8413-1C598E9B495B}"/>
              </a:ext>
            </a:extLst>
          </p:cNvPr>
          <p:cNvSpPr txBox="1"/>
          <p:nvPr/>
        </p:nvSpPr>
        <p:spPr>
          <a:xfrm>
            <a:off x="3947160" y="52029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6E8ADC11-5445-1D21-9A36-F5595BD1CBED}"/>
              </a:ext>
            </a:extLst>
          </p:cNvPr>
          <p:cNvSpPr/>
          <p:nvPr/>
        </p:nvSpPr>
        <p:spPr>
          <a:xfrm>
            <a:off x="4907280" y="5157216"/>
            <a:ext cx="1005840" cy="54864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E138DF6D-C3C3-D134-6B6B-ED0EC229C505}"/>
              </a:ext>
            </a:extLst>
          </p:cNvPr>
          <p:cNvSpPr txBox="1"/>
          <p:nvPr/>
        </p:nvSpPr>
        <p:spPr>
          <a:xfrm>
            <a:off x="4953000" y="52029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6BA14767-AFD6-8A98-A6F1-2C9F79695FB2}"/>
              </a:ext>
            </a:extLst>
          </p:cNvPr>
          <p:cNvSpPr/>
          <p:nvPr/>
        </p:nvSpPr>
        <p:spPr>
          <a:xfrm>
            <a:off x="5913120" y="5157216"/>
            <a:ext cx="6492240" cy="54864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A0CAC523-82BC-9759-889C-555BBE64EA0F}"/>
              </a:ext>
            </a:extLst>
          </p:cNvPr>
          <p:cNvSpPr txBox="1"/>
          <p:nvPr/>
        </p:nvSpPr>
        <p:spPr>
          <a:xfrm>
            <a:off x="5958840" y="520293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ROPA, no DPAs, no breach procedure, no individual rights process</a:t>
            </a:r>
            <a:endParaRPr lang="en-US" sz="900" dirty="0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63DB2DDD-F9D0-89E3-D83A-8BD8668E0F48}"/>
              </a:ext>
            </a:extLst>
          </p:cNvPr>
          <p:cNvSpPr/>
          <p:nvPr/>
        </p:nvSpPr>
        <p:spPr>
          <a:xfrm>
            <a:off x="152400" y="5779008"/>
            <a:ext cx="27432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7AFE7811-601E-F224-789C-0DE6BBEEA46A}"/>
              </a:ext>
            </a:extLst>
          </p:cNvPr>
          <p:cNvSpPr txBox="1"/>
          <p:nvPr/>
        </p:nvSpPr>
        <p:spPr>
          <a:xfrm>
            <a:off x="198120" y="58247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Governance</a:t>
            </a:r>
            <a:endParaRPr lang="en-US" sz="900" dirty="0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149B23C3-5D76-4B89-590D-BE62868F12BC}"/>
              </a:ext>
            </a:extLst>
          </p:cNvPr>
          <p:cNvSpPr/>
          <p:nvPr/>
        </p:nvSpPr>
        <p:spPr>
          <a:xfrm>
            <a:off x="2895600" y="5779008"/>
            <a:ext cx="10058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127C9273-4B47-D143-7700-362AF7F94080}"/>
              </a:ext>
            </a:extLst>
          </p:cNvPr>
          <p:cNvSpPr txBox="1"/>
          <p:nvPr/>
        </p:nvSpPr>
        <p:spPr>
          <a:xfrm>
            <a:off x="2941320" y="58247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238696E5-7EF6-47D7-B107-868C4E0746EF}"/>
              </a:ext>
            </a:extLst>
          </p:cNvPr>
          <p:cNvSpPr/>
          <p:nvPr/>
        </p:nvSpPr>
        <p:spPr>
          <a:xfrm>
            <a:off x="3901440" y="5779008"/>
            <a:ext cx="10058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369F9667-3D7B-F107-2DFF-660BA5DACBBD}"/>
              </a:ext>
            </a:extLst>
          </p:cNvPr>
          <p:cNvSpPr txBox="1"/>
          <p:nvPr/>
        </p:nvSpPr>
        <p:spPr>
          <a:xfrm>
            <a:off x="3947160" y="58247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27F6D7AF-E29F-5E95-275C-027536D24709}"/>
              </a:ext>
            </a:extLst>
          </p:cNvPr>
          <p:cNvSpPr/>
          <p:nvPr/>
        </p:nvSpPr>
        <p:spPr>
          <a:xfrm>
            <a:off x="4907280" y="5779008"/>
            <a:ext cx="10058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8BF9CD16-01FD-7D2D-909D-FD71DE702980}"/>
              </a:ext>
            </a:extLst>
          </p:cNvPr>
          <p:cNvSpPr txBox="1"/>
          <p:nvPr/>
        </p:nvSpPr>
        <p:spPr>
          <a:xfrm>
            <a:off x="4953000" y="58247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39F23C1B-D00D-30B6-A452-E4DC9A102639}"/>
              </a:ext>
            </a:extLst>
          </p:cNvPr>
          <p:cNvSpPr/>
          <p:nvPr/>
        </p:nvSpPr>
        <p:spPr>
          <a:xfrm>
            <a:off x="5913120" y="5779008"/>
            <a:ext cx="64922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8449BB48-3AD8-31DF-9D5E-72A91293174F}"/>
              </a:ext>
            </a:extLst>
          </p:cNvPr>
          <p:cNvSpPr txBox="1"/>
          <p:nvPr/>
        </p:nvSpPr>
        <p:spPr>
          <a:xfrm>
            <a:off x="5958840" y="5824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FraudShield illegal, no DPIAs, no NexaBot DPA, no AI governance policy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99227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CB24BA2-666A-4E02-AE22-899222989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1119A79-2CCD-F0E8-FD7A-ABAC3952CF70}"/>
              </a:ext>
            </a:extLst>
          </p:cNvPr>
          <p:cNvSpPr/>
          <p:nvPr/>
        </p:nvSpPr>
        <p:spPr>
          <a:xfrm>
            <a:off x="0" y="-10265"/>
            <a:ext cx="12192000" cy="10972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30FB299-5F0B-5EC6-6289-972652ACB766}"/>
              </a:ext>
            </a:extLst>
          </p:cNvPr>
          <p:cNvSpPr txBox="1"/>
          <p:nvPr/>
        </p:nvSpPr>
        <p:spPr>
          <a:xfrm>
            <a:off x="365760" y="-48519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Risk Areas</a:t>
            </a:r>
            <a:endParaRPr lang="en-US" sz="2200" dirty="0">
              <a:solidFill>
                <a:srgbClr val="002060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804CF60-980F-C0C1-211E-36F9E60BA01E}"/>
              </a:ext>
            </a:extLst>
          </p:cNvPr>
          <p:cNvSpPr txBox="1"/>
          <p:nvPr/>
        </p:nvSpPr>
        <p:spPr>
          <a:xfrm>
            <a:off x="10789920" y="914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14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F11EAAD-B203-E090-E642-17FE4FA0DD13}"/>
              </a:ext>
            </a:extLst>
          </p:cNvPr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35F5A23-BCA7-6A70-48F0-6F98EFF95197}"/>
              </a:ext>
            </a:extLst>
          </p:cNvPr>
          <p:cNvSpPr txBox="1"/>
          <p:nvPr/>
        </p:nvSpPr>
        <p:spPr>
          <a:xfrm>
            <a:off x="357362" y="123444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 Most Urgent Threats Requiring Immediate Board Action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778748A-BCB8-2447-77B1-0C29451E5BCB}"/>
              </a:ext>
            </a:extLst>
          </p:cNvPr>
          <p:cNvSpPr/>
          <p:nvPr/>
        </p:nvSpPr>
        <p:spPr>
          <a:xfrm>
            <a:off x="365760" y="1691640"/>
            <a:ext cx="640080" cy="804672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C4FBD3B-4E86-87BC-3BC0-E5C06548C9B4}"/>
              </a:ext>
            </a:extLst>
          </p:cNvPr>
          <p:cNvSpPr txBox="1"/>
          <p:nvPr/>
        </p:nvSpPr>
        <p:spPr>
          <a:xfrm>
            <a:off x="365760" y="169164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E9DD549-0F2E-1F03-0DE5-7863661924E3}"/>
              </a:ext>
            </a:extLst>
          </p:cNvPr>
          <p:cNvSpPr/>
          <p:nvPr/>
        </p:nvSpPr>
        <p:spPr>
          <a:xfrm>
            <a:off x="1005840" y="1691640"/>
            <a:ext cx="10789920" cy="8046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4884571-1355-0735-42DC-ECF89E3AA316}"/>
              </a:ext>
            </a:extLst>
          </p:cNvPr>
          <p:cNvSpPr txBox="1"/>
          <p:nvPr/>
        </p:nvSpPr>
        <p:spPr>
          <a:xfrm>
            <a:off x="1097280" y="17373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Unencrypted Customer Data</a:t>
            </a: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291D5F4-C543-0EB1-EF96-A45C12CE6C96}"/>
              </a:ext>
            </a:extLst>
          </p:cNvPr>
          <p:cNvSpPr txBox="1"/>
          <p:nvPr/>
        </p:nvSpPr>
        <p:spPr>
          <a:xfrm>
            <a:off x="1097280" y="2039112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85,000 customer records stored in plain text on AWS. Any attacker who gains access gets everything immediately.</a:t>
            </a: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59FEFF3-CEF5-33ED-7444-1693AB3F2FD5}"/>
              </a:ext>
            </a:extLst>
          </p:cNvPr>
          <p:cNvSpPr txBox="1"/>
          <p:nvPr/>
        </p:nvSpPr>
        <p:spPr>
          <a:xfrm>
            <a:off x="8046720" y="1965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Enable S3 encryption ASAP</a:t>
            </a:r>
            <a:endParaRPr lang="en-US" sz="9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9017827-1CAA-5AFF-8A51-79A521C460DB}"/>
              </a:ext>
            </a:extLst>
          </p:cNvPr>
          <p:cNvSpPr/>
          <p:nvPr/>
        </p:nvSpPr>
        <p:spPr>
          <a:xfrm>
            <a:off x="365760" y="2624328"/>
            <a:ext cx="640080" cy="804672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54DFC98-A632-56E9-4512-6A44DC961E6E}"/>
              </a:ext>
            </a:extLst>
          </p:cNvPr>
          <p:cNvSpPr txBox="1"/>
          <p:nvPr/>
        </p:nvSpPr>
        <p:spPr>
          <a:xfrm>
            <a:off x="365760" y="2624328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1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2952CC2-B20F-27F7-B874-5BF194E71EF0}"/>
              </a:ext>
            </a:extLst>
          </p:cNvPr>
          <p:cNvSpPr/>
          <p:nvPr/>
        </p:nvSpPr>
        <p:spPr>
          <a:xfrm>
            <a:off x="1005840" y="2670981"/>
            <a:ext cx="10789920" cy="8046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94107B8-ED47-FE11-6587-3485E7D6BAD5}"/>
              </a:ext>
            </a:extLst>
          </p:cNvPr>
          <p:cNvSpPr txBox="1"/>
          <p:nvPr/>
        </p:nvSpPr>
        <p:spPr>
          <a:xfrm>
            <a:off x="1097280" y="26700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FraudShield AI — Illegal Account Freezes</a:t>
            </a:r>
            <a:endParaRPr lang="en-US" sz="1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A83FCAC-B1BF-8AA6-9795-FA560F194213}"/>
              </a:ext>
            </a:extLst>
          </p:cNvPr>
          <p:cNvSpPr txBox="1"/>
          <p:nvPr/>
        </p:nvSpPr>
        <p:spPr>
          <a:xfrm>
            <a:off x="1097280" y="2971800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freezing customer accounts with no human review. Direct violation of UK GDPR Article 22. Active legal exposure every day.</a:t>
            </a:r>
            <a:endParaRPr lang="en-US" sz="9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16DB3EE-F22C-7C83-AED4-6157FAB9EEA4}"/>
              </a:ext>
            </a:extLst>
          </p:cNvPr>
          <p:cNvSpPr txBox="1"/>
          <p:nvPr/>
        </p:nvSpPr>
        <p:spPr>
          <a:xfrm>
            <a:off x="8046720" y="28986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Add human review gate before any freeze is applied</a:t>
            </a:r>
            <a:endParaRPr lang="en-US" sz="9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EEC3CDF-A738-FA07-9FDF-4CD911BA72BC}"/>
              </a:ext>
            </a:extLst>
          </p:cNvPr>
          <p:cNvSpPr/>
          <p:nvPr/>
        </p:nvSpPr>
        <p:spPr>
          <a:xfrm>
            <a:off x="365760" y="3557016"/>
            <a:ext cx="640080" cy="804672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5370703-119A-7EAC-C861-A01B08FFECEB}"/>
              </a:ext>
            </a:extLst>
          </p:cNvPr>
          <p:cNvSpPr txBox="1"/>
          <p:nvPr/>
        </p:nvSpPr>
        <p:spPr>
          <a:xfrm>
            <a:off x="365760" y="3557016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1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6FDDD49-F6FF-1DB9-B7AD-0490D9B0490E}"/>
              </a:ext>
            </a:extLst>
          </p:cNvPr>
          <p:cNvSpPr/>
          <p:nvPr/>
        </p:nvSpPr>
        <p:spPr>
          <a:xfrm>
            <a:off x="1005840" y="3557016"/>
            <a:ext cx="10789920" cy="8046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64EA47A-B754-01F9-A5ED-B6803A39E82B}"/>
              </a:ext>
            </a:extLst>
          </p:cNvPr>
          <p:cNvSpPr txBox="1"/>
          <p:nvPr/>
        </p:nvSpPr>
        <p:spPr>
          <a:xfrm>
            <a:off x="1097280" y="360273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Security Leadership</a:t>
            </a:r>
            <a:endParaRPr lang="en-US" sz="11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FFC1459-DE06-86C3-AD55-C5710F648176}"/>
              </a:ext>
            </a:extLst>
          </p:cNvPr>
          <p:cNvSpPr txBox="1"/>
          <p:nvPr/>
        </p:nvSpPr>
        <p:spPr>
          <a:xfrm>
            <a:off x="1097280" y="390448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CISO. No DPO. One IT Manager running security for 47 staff and 85,000 customers single-handedly.</a:t>
            </a:r>
            <a:endParaRPr lang="en-US" sz="9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8A0CEEB-6003-2E1A-BF3C-679D5AFEE3C2}"/>
              </a:ext>
            </a:extLst>
          </p:cNvPr>
          <p:cNvSpPr txBox="1"/>
          <p:nvPr/>
        </p:nvSpPr>
        <p:spPr>
          <a:xfrm>
            <a:off x="8046720" y="383133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Appoint CISO </a:t>
            </a: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r>
              <a:rPr lang="en-US" sz="9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DPO immediately</a:t>
            </a:r>
            <a:endParaRPr lang="en-US" sz="9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A1584074-C01C-3DE7-1B3E-8DE43DEC53BA}"/>
              </a:ext>
            </a:extLst>
          </p:cNvPr>
          <p:cNvSpPr/>
          <p:nvPr/>
        </p:nvSpPr>
        <p:spPr>
          <a:xfrm>
            <a:off x="365760" y="4489704"/>
            <a:ext cx="640080" cy="804672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4B1E9335-E2FA-5116-6D2B-048FC0765725}"/>
              </a:ext>
            </a:extLst>
          </p:cNvPr>
          <p:cNvSpPr txBox="1"/>
          <p:nvPr/>
        </p:nvSpPr>
        <p:spPr>
          <a:xfrm>
            <a:off x="365760" y="4489704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1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3EA7D345-326E-2C39-9778-0948EF1B07C6}"/>
              </a:ext>
            </a:extLst>
          </p:cNvPr>
          <p:cNvSpPr/>
          <p:nvPr/>
        </p:nvSpPr>
        <p:spPr>
          <a:xfrm>
            <a:off x="1005840" y="4489704"/>
            <a:ext cx="10789920" cy="8046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A7F8DFD6-F4D3-3240-515A-DFC44B1AE70D}"/>
              </a:ext>
            </a:extLst>
          </p:cNvPr>
          <p:cNvSpPr txBox="1"/>
          <p:nvPr/>
        </p:nvSpPr>
        <p:spPr>
          <a:xfrm>
            <a:off x="1097280" y="453542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Employee Access Not Revoked</a:t>
            </a:r>
            <a:endParaRPr lang="en-US" sz="11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E07F01F-4E93-75B2-5ACB-3E024AACD13F}"/>
              </a:ext>
            </a:extLst>
          </p:cNvPr>
          <p:cNvSpPr txBox="1"/>
          <p:nvPr/>
        </p:nvSpPr>
        <p:spPr>
          <a:xfrm>
            <a:off x="1097280" y="4828032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still have active login credentials including access to crypto wallets. Crypto theft is permanent and irreversible. Ex-staff</a:t>
            </a:r>
            <a:endParaRPr lang="en-US" sz="9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10569710-F9F8-20D5-A0E8-E5AC49D8DA57}"/>
              </a:ext>
            </a:extLst>
          </p:cNvPr>
          <p:cNvSpPr txBox="1"/>
          <p:nvPr/>
        </p:nvSpPr>
        <p:spPr>
          <a:xfrm>
            <a:off x="8046720" y="476402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Emergency access audit and revocation this week</a:t>
            </a:r>
            <a:endParaRPr lang="en-US" sz="9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B3DD9A65-911B-AC8A-7D83-CB43097B6105}"/>
              </a:ext>
            </a:extLst>
          </p:cNvPr>
          <p:cNvSpPr/>
          <p:nvPr/>
        </p:nvSpPr>
        <p:spPr>
          <a:xfrm>
            <a:off x="365760" y="5422392"/>
            <a:ext cx="640080" cy="804672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8D8BB3DA-1618-1A9B-F92F-29CBC1EAFD2F}"/>
              </a:ext>
            </a:extLst>
          </p:cNvPr>
          <p:cNvSpPr txBox="1"/>
          <p:nvPr/>
        </p:nvSpPr>
        <p:spPr>
          <a:xfrm>
            <a:off x="365760" y="5422392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1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C34E1A7D-C152-FF87-B327-EEB33F6904E1}"/>
              </a:ext>
            </a:extLst>
          </p:cNvPr>
          <p:cNvSpPr/>
          <p:nvPr/>
        </p:nvSpPr>
        <p:spPr>
          <a:xfrm>
            <a:off x="1005840" y="5422392"/>
            <a:ext cx="10789920" cy="8046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4C28DC12-E924-C17C-162B-D80A20C13B29}"/>
              </a:ext>
            </a:extLst>
          </p:cNvPr>
          <p:cNvSpPr txBox="1"/>
          <p:nvPr/>
        </p:nvSpPr>
        <p:spPr>
          <a:xfrm>
            <a:off x="1097280" y="54681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Incident Response Plan</a:t>
            </a:r>
            <a:endParaRPr lang="en-US" sz="11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108AC92C-5C9E-075B-1636-A527FAC872AB}"/>
              </a:ext>
            </a:extLst>
          </p:cNvPr>
          <p:cNvSpPr txBox="1"/>
          <p:nvPr/>
        </p:nvSpPr>
        <p:spPr>
          <a:xfrm>
            <a:off x="1097280" y="576986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documented plan if a cyberattack occurs. 72-hour ICO breach notification would be missed — adding violations on top of the breach.</a:t>
            </a:r>
            <a:endParaRPr lang="en-US" sz="9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E4692183-A61C-9F00-13E4-671204B9013C}"/>
              </a:ext>
            </a:extLst>
          </p:cNvPr>
          <p:cNvSpPr txBox="1"/>
          <p:nvPr/>
        </p:nvSpPr>
        <p:spPr>
          <a:xfrm>
            <a:off x="8046720" y="56967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Develop IRP before the next potential incident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40885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B720C95-82D9-F71D-E28F-CDE811B175D7}"/>
              </a:ext>
            </a:extLst>
          </p:cNvPr>
          <p:cNvSpPr/>
          <p:nvPr/>
        </p:nvSpPr>
        <p:spPr>
          <a:xfrm>
            <a:off x="-30480" y="0"/>
            <a:ext cx="121920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E151E64-C6A5-E5D0-1918-8DA4B4756000}"/>
              </a:ext>
            </a:extLst>
          </p:cNvPr>
          <p:cNvSpPr/>
          <p:nvPr/>
        </p:nvSpPr>
        <p:spPr>
          <a:xfrm>
            <a:off x="-30480" y="-46653"/>
            <a:ext cx="12192000" cy="10972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E65C0E9-8E1F-D0AE-3C2B-88B05C33827D}"/>
              </a:ext>
            </a:extLst>
          </p:cNvPr>
          <p:cNvSpPr txBox="1"/>
          <p:nvPr/>
        </p:nvSpPr>
        <p:spPr>
          <a:xfrm>
            <a:off x="335280" y="44787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Status</a:t>
            </a:r>
            <a:endParaRPr lang="en-US" sz="2200" dirty="0">
              <a:solidFill>
                <a:srgbClr val="002060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BCFEDAF-B377-7CF4-4882-F17E4C9D2EF9}"/>
              </a:ext>
            </a:extLst>
          </p:cNvPr>
          <p:cNvSpPr txBox="1"/>
          <p:nvPr/>
        </p:nvSpPr>
        <p:spPr>
          <a:xfrm>
            <a:off x="10759440" y="914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14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F6C7E13-95C2-3FC7-E65B-5F06D88BA141}"/>
              </a:ext>
            </a:extLst>
          </p:cNvPr>
          <p:cNvSpPr txBox="1"/>
          <p:nvPr/>
        </p:nvSpPr>
        <p:spPr>
          <a:xfrm>
            <a:off x="335280" y="1281093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NexaChain's current compliance scores against each framework assessed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867A473-EE9E-0D94-37D8-31D7788D9E0F}"/>
              </a:ext>
            </a:extLst>
          </p:cNvPr>
          <p:cNvSpPr/>
          <p:nvPr/>
        </p:nvSpPr>
        <p:spPr>
          <a:xfrm>
            <a:off x="335280" y="1737360"/>
            <a:ext cx="2743200" cy="749808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73FF63B-DABF-BB1F-8995-1F797DEF8A8B}"/>
              </a:ext>
            </a:extLst>
          </p:cNvPr>
          <p:cNvSpPr txBox="1"/>
          <p:nvPr/>
        </p:nvSpPr>
        <p:spPr>
          <a:xfrm>
            <a:off x="426720" y="17830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27001:2022</a:t>
            </a:r>
            <a:endParaRPr lang="en-US" sz="12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E7143D7-1528-B96C-E1DD-261EC1BE26EC}"/>
              </a:ext>
            </a:extLst>
          </p:cNvPr>
          <p:cNvSpPr/>
          <p:nvPr/>
        </p:nvSpPr>
        <p:spPr>
          <a:xfrm>
            <a:off x="3078480" y="1737360"/>
            <a:ext cx="1188720" cy="749808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43D5877-FC62-08E1-4B7E-B684DE746FCF}"/>
              </a:ext>
            </a:extLst>
          </p:cNvPr>
          <p:cNvSpPr txBox="1"/>
          <p:nvPr/>
        </p:nvSpPr>
        <p:spPr>
          <a:xfrm>
            <a:off x="3078480" y="173736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22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9447CD8-A306-7766-488B-2EA066C26F6D}"/>
              </a:ext>
            </a:extLst>
          </p:cNvPr>
          <p:cNvSpPr/>
          <p:nvPr/>
        </p:nvSpPr>
        <p:spPr>
          <a:xfrm>
            <a:off x="4267200" y="1737360"/>
            <a:ext cx="2011680" cy="749808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53D4FC5-1E25-0336-1537-FF3083D08615}"/>
              </a:ext>
            </a:extLst>
          </p:cNvPr>
          <p:cNvSpPr txBox="1"/>
          <p:nvPr/>
        </p:nvSpPr>
        <p:spPr>
          <a:xfrm>
            <a:off x="4267200" y="173736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NON-COMPLIANT</a:t>
            </a:r>
            <a:endParaRPr lang="en-US" sz="1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81ACA4D-862F-C6D0-FC37-FFDDC97D4FDB}"/>
              </a:ext>
            </a:extLst>
          </p:cNvPr>
          <p:cNvSpPr/>
          <p:nvPr/>
        </p:nvSpPr>
        <p:spPr>
          <a:xfrm>
            <a:off x="6278880" y="1737360"/>
            <a:ext cx="5943600" cy="749808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E1468FB-AC43-C8B6-D135-0919D9B397E5}"/>
              </a:ext>
            </a:extLst>
          </p:cNvPr>
          <p:cNvSpPr txBox="1"/>
          <p:nvPr/>
        </p:nvSpPr>
        <p:spPr>
          <a:xfrm>
            <a:off x="6370320" y="1875453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achieve certification. Audit due in 6 months requires urgent improvement across all 4 themes.</a:t>
            </a:r>
            <a:endParaRPr lang="en-US" sz="9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437F4B9-7CDA-46ED-85C1-8AD7601A2C2B}"/>
              </a:ext>
            </a:extLst>
          </p:cNvPr>
          <p:cNvSpPr/>
          <p:nvPr/>
        </p:nvSpPr>
        <p:spPr>
          <a:xfrm>
            <a:off x="335280" y="2651760"/>
            <a:ext cx="2743200" cy="749808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6F07FB2-15B6-8D35-0195-6B454A2C849C}"/>
              </a:ext>
            </a:extLst>
          </p:cNvPr>
          <p:cNvSpPr txBox="1"/>
          <p:nvPr/>
        </p:nvSpPr>
        <p:spPr>
          <a:xfrm>
            <a:off x="426720" y="26974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CSF 2.0</a:t>
            </a:r>
            <a:endParaRPr lang="en-US" sz="12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05EFD02-2DE0-A817-9F68-05359C21928A}"/>
              </a:ext>
            </a:extLst>
          </p:cNvPr>
          <p:cNvSpPr/>
          <p:nvPr/>
        </p:nvSpPr>
        <p:spPr>
          <a:xfrm>
            <a:off x="3078480" y="2651760"/>
            <a:ext cx="1188720" cy="749808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73A8D66-31F4-493C-9B73-A435769C58A8}"/>
              </a:ext>
            </a:extLst>
          </p:cNvPr>
          <p:cNvSpPr txBox="1"/>
          <p:nvPr/>
        </p:nvSpPr>
        <p:spPr>
          <a:xfrm>
            <a:off x="3078480" y="265176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22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DD842D5-0E66-433C-93E5-BDE20B9A3C00}"/>
              </a:ext>
            </a:extLst>
          </p:cNvPr>
          <p:cNvSpPr/>
          <p:nvPr/>
        </p:nvSpPr>
        <p:spPr>
          <a:xfrm>
            <a:off x="4267200" y="2651760"/>
            <a:ext cx="2011680" cy="749808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6D0DF8B-FF88-3A8C-1C6A-513F47184810}"/>
              </a:ext>
            </a:extLst>
          </p:cNvPr>
          <p:cNvSpPr txBox="1"/>
          <p:nvPr/>
        </p:nvSpPr>
        <p:spPr>
          <a:xfrm>
            <a:off x="4267200" y="265176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NON-COMPLIANT</a:t>
            </a:r>
            <a:endParaRPr lang="en-US" sz="10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72DD73E-A1F7-6767-1ED1-809CA9CC6352}"/>
              </a:ext>
            </a:extLst>
          </p:cNvPr>
          <p:cNvSpPr/>
          <p:nvPr/>
        </p:nvSpPr>
        <p:spPr>
          <a:xfrm>
            <a:off x="6278880" y="2651760"/>
            <a:ext cx="5943600" cy="749808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8F40C21-6A2F-5BC0-1B0F-A6F054F22232}"/>
              </a:ext>
            </a:extLst>
          </p:cNvPr>
          <p:cNvSpPr txBox="1"/>
          <p:nvPr/>
        </p:nvSpPr>
        <p:spPr>
          <a:xfrm>
            <a:off x="6370320" y="274320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maturity at lowest possible level. Almost no functions operational across all 6 NIST functions.</a:t>
            </a:r>
            <a:endParaRPr lang="en-US" sz="9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73F262C-8E0F-5A2D-763D-08B4A193664C}"/>
              </a:ext>
            </a:extLst>
          </p:cNvPr>
          <p:cNvSpPr/>
          <p:nvPr/>
        </p:nvSpPr>
        <p:spPr>
          <a:xfrm>
            <a:off x="335280" y="3566160"/>
            <a:ext cx="2743200" cy="749808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3C41A5C-317D-6799-FC1D-4630EA8515FD}"/>
              </a:ext>
            </a:extLst>
          </p:cNvPr>
          <p:cNvSpPr txBox="1"/>
          <p:nvPr/>
        </p:nvSpPr>
        <p:spPr>
          <a:xfrm>
            <a:off x="426720" y="36118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GDPR</a:t>
            </a:r>
            <a:endParaRPr lang="en-US" sz="12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7D4AE67-B1C4-6EF8-243B-C87647C92115}"/>
              </a:ext>
            </a:extLst>
          </p:cNvPr>
          <p:cNvSpPr/>
          <p:nvPr/>
        </p:nvSpPr>
        <p:spPr>
          <a:xfrm>
            <a:off x="3078480" y="3566160"/>
            <a:ext cx="1188720" cy="749808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5D3F3EC-9FDB-A018-5F91-829DE8C097E0}"/>
              </a:ext>
            </a:extLst>
          </p:cNvPr>
          <p:cNvSpPr txBox="1"/>
          <p:nvPr/>
        </p:nvSpPr>
        <p:spPr>
          <a:xfrm>
            <a:off x="3078480" y="356616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22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20F6ED91-732D-45AC-DC91-A370768C5F43}"/>
              </a:ext>
            </a:extLst>
          </p:cNvPr>
          <p:cNvSpPr/>
          <p:nvPr/>
        </p:nvSpPr>
        <p:spPr>
          <a:xfrm>
            <a:off x="4267200" y="3566160"/>
            <a:ext cx="2011680" cy="749808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2224FBBC-EAC8-62B5-3995-8491F4318626}"/>
              </a:ext>
            </a:extLst>
          </p:cNvPr>
          <p:cNvSpPr txBox="1"/>
          <p:nvPr/>
        </p:nvSpPr>
        <p:spPr>
          <a:xfrm>
            <a:off x="4267200" y="356616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NON-COMPLIANT</a:t>
            </a:r>
            <a:endParaRPr lang="en-US" sz="10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6D237E71-A1AC-121C-DC06-4C7B738F61C6}"/>
              </a:ext>
            </a:extLst>
          </p:cNvPr>
          <p:cNvSpPr/>
          <p:nvPr/>
        </p:nvSpPr>
        <p:spPr>
          <a:xfrm>
            <a:off x="6278880" y="3566160"/>
            <a:ext cx="5943600" cy="749808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460D557-29C2-55DA-F6B1-73B2A51AA69E}"/>
              </a:ext>
            </a:extLst>
          </p:cNvPr>
          <p:cNvSpPr txBox="1"/>
          <p:nvPr/>
        </p:nvSpPr>
        <p:spPr>
          <a:xfrm>
            <a:off x="6370320" y="365760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active violations. ICO inquiry in progress. Urgent remediation required before inquiry escalates.</a:t>
            </a:r>
            <a:endParaRPr lang="en-US" sz="9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6015D636-99D1-8813-E1F5-9DA5F9388E70}"/>
              </a:ext>
            </a:extLst>
          </p:cNvPr>
          <p:cNvSpPr/>
          <p:nvPr/>
        </p:nvSpPr>
        <p:spPr>
          <a:xfrm>
            <a:off x="335280" y="4480560"/>
            <a:ext cx="2743200" cy="749808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9F404E51-632D-8C51-8221-F95D24CDB46B}"/>
              </a:ext>
            </a:extLst>
          </p:cNvPr>
          <p:cNvSpPr txBox="1"/>
          <p:nvPr/>
        </p:nvSpPr>
        <p:spPr>
          <a:xfrm>
            <a:off x="426720" y="45262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Governance</a:t>
            </a:r>
            <a:endParaRPr lang="en-US" sz="12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D7EA7703-7951-D3C4-A0D3-5C6CB3BB62A4}"/>
              </a:ext>
            </a:extLst>
          </p:cNvPr>
          <p:cNvSpPr/>
          <p:nvPr/>
        </p:nvSpPr>
        <p:spPr>
          <a:xfrm>
            <a:off x="3078480" y="4480560"/>
            <a:ext cx="1188720" cy="74980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26B26EEC-3CDB-91F1-579E-AD507FFD8860}"/>
              </a:ext>
            </a:extLst>
          </p:cNvPr>
          <p:cNvSpPr txBox="1"/>
          <p:nvPr/>
        </p:nvSpPr>
        <p:spPr>
          <a:xfrm>
            <a:off x="3078480" y="448056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22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AFE904E7-444C-97DE-E9C4-B45FA5C3EC78}"/>
              </a:ext>
            </a:extLst>
          </p:cNvPr>
          <p:cNvSpPr/>
          <p:nvPr/>
        </p:nvSpPr>
        <p:spPr>
          <a:xfrm>
            <a:off x="4267200" y="4480560"/>
            <a:ext cx="2011680" cy="74980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47C2B8F6-9F71-8104-2987-4D7C4B8BAC5E}"/>
              </a:ext>
            </a:extLst>
          </p:cNvPr>
          <p:cNvSpPr txBox="1"/>
          <p:nvPr/>
        </p:nvSpPr>
        <p:spPr>
          <a:xfrm>
            <a:off x="4267200" y="448056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0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823EA150-022E-BE8F-B8F7-F45DBC8E30C7}"/>
              </a:ext>
            </a:extLst>
          </p:cNvPr>
          <p:cNvSpPr/>
          <p:nvPr/>
        </p:nvSpPr>
        <p:spPr>
          <a:xfrm>
            <a:off x="6278880" y="4480560"/>
            <a:ext cx="5943600" cy="749808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3518FF5A-55B5-CFE0-BD1B-99EC9AA592A7}"/>
              </a:ext>
            </a:extLst>
          </p:cNvPr>
          <p:cNvSpPr txBox="1"/>
          <p:nvPr/>
        </p:nvSpPr>
        <p:spPr>
          <a:xfrm>
            <a:off x="6370320" y="457200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AI systems operating outside UK and EU law. Three active legal violations requiring immediate action.</a:t>
            </a:r>
            <a:endParaRPr lang="en-US" sz="9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9637B736-FCB9-AA6B-2496-E16094BDD9D0}"/>
              </a:ext>
            </a:extLst>
          </p:cNvPr>
          <p:cNvSpPr/>
          <p:nvPr/>
        </p:nvSpPr>
        <p:spPr>
          <a:xfrm>
            <a:off x="335280" y="5394960"/>
            <a:ext cx="2743200" cy="749808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027E0F76-9BCD-609B-7951-46243DB6BFB8}"/>
              </a:ext>
            </a:extLst>
          </p:cNvPr>
          <p:cNvSpPr txBox="1"/>
          <p:nvPr/>
        </p:nvSpPr>
        <p:spPr>
          <a:xfrm>
            <a:off x="426720" y="54406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MiCA</a:t>
            </a:r>
            <a:endParaRPr lang="en-US" sz="12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20CB8AF1-A1A6-2996-85BE-C9A907451D1A}"/>
              </a:ext>
            </a:extLst>
          </p:cNvPr>
          <p:cNvSpPr/>
          <p:nvPr/>
        </p:nvSpPr>
        <p:spPr>
          <a:xfrm>
            <a:off x="3078480" y="5394960"/>
            <a:ext cx="1188720" cy="749808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99553FC0-F227-DE1E-1BF5-B6251090AC22}"/>
              </a:ext>
            </a:extLst>
          </p:cNvPr>
          <p:cNvSpPr txBox="1"/>
          <p:nvPr/>
        </p:nvSpPr>
        <p:spPr>
          <a:xfrm>
            <a:off x="3078480" y="539496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1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B66CD7B3-D27A-7CA7-8844-733ABA3E019E}"/>
              </a:ext>
            </a:extLst>
          </p:cNvPr>
          <p:cNvSpPr/>
          <p:nvPr/>
        </p:nvSpPr>
        <p:spPr>
          <a:xfrm>
            <a:off x="4267200" y="5394960"/>
            <a:ext cx="2011680" cy="749808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88ED20E5-D2E0-CCFB-D459-64A4E335A706}"/>
              </a:ext>
            </a:extLst>
          </p:cNvPr>
          <p:cNvSpPr txBox="1"/>
          <p:nvPr/>
        </p:nvSpPr>
        <p:spPr>
          <a:xfrm>
            <a:off x="4267200" y="539496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NEEDED</a:t>
            </a:r>
            <a:endParaRPr lang="en-US" sz="100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50197544-99EA-3613-0C9C-1C7ED9A468E7}"/>
              </a:ext>
            </a:extLst>
          </p:cNvPr>
          <p:cNvSpPr/>
          <p:nvPr/>
        </p:nvSpPr>
        <p:spPr>
          <a:xfrm>
            <a:off x="6278880" y="5394960"/>
            <a:ext cx="5943600" cy="749808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57383B65-BDBA-8F83-B606-2AA6702E771C}"/>
              </a:ext>
            </a:extLst>
          </p:cNvPr>
          <p:cNvSpPr txBox="1"/>
          <p:nvPr/>
        </p:nvSpPr>
        <p:spPr>
          <a:xfrm>
            <a:off x="6370320" y="548640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FCA registered but full MiCA compliance assessment recommended as a separate engagement phase.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21747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Shape 0">
            <a:extLst>
              <a:ext uri="{FF2B5EF4-FFF2-40B4-BE49-F238E27FC236}">
                <a16:creationId xmlns:a16="http://schemas.microsoft.com/office/drawing/2014/main" id="{44B59275-B967-E9DC-1E0B-188AACF8A5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6" name="Shape 1">
            <a:extLst>
              <a:ext uri="{FF2B5EF4-FFF2-40B4-BE49-F238E27FC236}">
                <a16:creationId xmlns:a16="http://schemas.microsoft.com/office/drawing/2014/main" id="{BD477FDB-FC87-F16E-DCDA-1464C3781A0D}"/>
              </a:ext>
            </a:extLst>
          </p:cNvPr>
          <p:cNvSpPr/>
          <p:nvPr/>
        </p:nvSpPr>
        <p:spPr>
          <a:xfrm>
            <a:off x="0" y="-46653"/>
            <a:ext cx="12192000" cy="10972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7" name="Text 2">
            <a:extLst>
              <a:ext uri="{FF2B5EF4-FFF2-40B4-BE49-F238E27FC236}">
                <a16:creationId xmlns:a16="http://schemas.microsoft.com/office/drawing/2014/main" id="{C94AE8BE-B748-93E6-7284-85A40C447D26}"/>
              </a:ext>
            </a:extLst>
          </p:cNvPr>
          <p:cNvSpPr txBox="1"/>
          <p:nvPr/>
        </p:nvSpPr>
        <p:spPr>
          <a:xfrm>
            <a:off x="365760" y="44787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Governance — FraudShield &amp; NexaBot</a:t>
            </a:r>
            <a:endParaRPr lang="en-US" sz="2200" dirty="0">
              <a:solidFill>
                <a:srgbClr val="002060"/>
              </a:solidFill>
            </a:endParaRPr>
          </a:p>
        </p:txBody>
      </p:sp>
      <p:sp>
        <p:nvSpPr>
          <p:cNvPr id="338" name="Text 3">
            <a:extLst>
              <a:ext uri="{FF2B5EF4-FFF2-40B4-BE49-F238E27FC236}">
                <a16:creationId xmlns:a16="http://schemas.microsoft.com/office/drawing/2014/main" id="{5110F67E-03F0-A4DD-559A-EE8E630252EE}"/>
              </a:ext>
            </a:extLst>
          </p:cNvPr>
          <p:cNvSpPr txBox="1"/>
          <p:nvPr/>
        </p:nvSpPr>
        <p:spPr>
          <a:xfrm>
            <a:off x="10789920" y="914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14</a:t>
            </a:r>
            <a:endParaRPr lang="en-US" sz="1100" dirty="0"/>
          </a:p>
        </p:txBody>
      </p:sp>
      <p:sp>
        <p:nvSpPr>
          <p:cNvPr id="339" name="Text 4">
            <a:extLst>
              <a:ext uri="{FF2B5EF4-FFF2-40B4-BE49-F238E27FC236}">
                <a16:creationId xmlns:a16="http://schemas.microsoft.com/office/drawing/2014/main" id="{2981C266-D4FE-20B3-220C-C37CCAC397FB}"/>
              </a:ext>
            </a:extLst>
          </p:cNvPr>
          <p:cNvSpPr txBox="1"/>
          <p:nvPr/>
        </p:nvSpPr>
        <p:spPr>
          <a:xfrm>
            <a:off x="365760" y="1188720"/>
            <a:ext cx="1179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NexaChain operates 2 AI systems with no governance framework, no DPIAs, and active legal violations</a:t>
            </a:r>
            <a:endParaRPr lang="en-US" sz="1000" dirty="0"/>
          </a:p>
        </p:txBody>
      </p:sp>
      <p:sp>
        <p:nvSpPr>
          <p:cNvPr id="340" name="Shape 5">
            <a:extLst>
              <a:ext uri="{FF2B5EF4-FFF2-40B4-BE49-F238E27FC236}">
                <a16:creationId xmlns:a16="http://schemas.microsoft.com/office/drawing/2014/main" id="{DE94AD10-5B90-DBC2-9831-69F64C4E92FE}"/>
              </a:ext>
            </a:extLst>
          </p:cNvPr>
          <p:cNvSpPr/>
          <p:nvPr/>
        </p:nvSpPr>
        <p:spPr>
          <a:xfrm>
            <a:off x="365760" y="1664208"/>
            <a:ext cx="5669280" cy="5029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1" name="Text 6">
            <a:extLst>
              <a:ext uri="{FF2B5EF4-FFF2-40B4-BE49-F238E27FC236}">
                <a16:creationId xmlns:a16="http://schemas.microsoft.com/office/drawing/2014/main" id="{7D945644-29A7-9312-72A4-74A1F0F877E5}"/>
              </a:ext>
            </a:extLst>
          </p:cNvPr>
          <p:cNvSpPr txBox="1"/>
          <p:nvPr/>
        </p:nvSpPr>
        <p:spPr>
          <a:xfrm>
            <a:off x="365760" y="1664208"/>
            <a:ext cx="3556829" cy="50292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FraudShield AI</a:t>
            </a:r>
            <a:endParaRPr lang="en-US" sz="1400" dirty="0"/>
          </a:p>
        </p:txBody>
      </p:sp>
      <p:sp>
        <p:nvSpPr>
          <p:cNvPr id="342" name="Shape 7">
            <a:extLst>
              <a:ext uri="{FF2B5EF4-FFF2-40B4-BE49-F238E27FC236}">
                <a16:creationId xmlns:a16="http://schemas.microsoft.com/office/drawing/2014/main" id="{6BF7EE9D-BD2D-1C13-6726-116C8A82EA5D}"/>
              </a:ext>
            </a:extLst>
          </p:cNvPr>
          <p:cNvSpPr/>
          <p:nvPr/>
        </p:nvSpPr>
        <p:spPr>
          <a:xfrm>
            <a:off x="3840480" y="1664208"/>
            <a:ext cx="2194560" cy="50292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3" name="Text 8">
            <a:extLst>
              <a:ext uri="{FF2B5EF4-FFF2-40B4-BE49-F238E27FC236}">
                <a16:creationId xmlns:a16="http://schemas.microsoft.com/office/drawing/2014/main" id="{0536CA2E-0916-2E49-7FF8-F3A45A728725}"/>
              </a:ext>
            </a:extLst>
          </p:cNvPr>
          <p:cNvSpPr txBox="1"/>
          <p:nvPr/>
        </p:nvSpPr>
        <p:spPr>
          <a:xfrm>
            <a:off x="3840480" y="16642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 (EU AI Act)</a:t>
            </a:r>
            <a:endParaRPr lang="en-US" sz="800" dirty="0"/>
          </a:p>
        </p:txBody>
      </p:sp>
      <p:sp>
        <p:nvSpPr>
          <p:cNvPr id="344" name="Shape 9">
            <a:extLst>
              <a:ext uri="{FF2B5EF4-FFF2-40B4-BE49-F238E27FC236}">
                <a16:creationId xmlns:a16="http://schemas.microsoft.com/office/drawing/2014/main" id="{1CC4BB2C-CD7C-B83F-EA10-3475B261C4F7}"/>
              </a:ext>
            </a:extLst>
          </p:cNvPr>
          <p:cNvSpPr/>
          <p:nvPr/>
        </p:nvSpPr>
        <p:spPr>
          <a:xfrm>
            <a:off x="365760" y="2258568"/>
            <a:ext cx="1691640" cy="45720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5" name="Text 10">
            <a:extLst>
              <a:ext uri="{FF2B5EF4-FFF2-40B4-BE49-F238E27FC236}">
                <a16:creationId xmlns:a16="http://schemas.microsoft.com/office/drawing/2014/main" id="{AEA17544-EF51-E30C-1510-D527DF13D1A8}"/>
              </a:ext>
            </a:extLst>
          </p:cNvPr>
          <p:cNvSpPr txBox="1"/>
          <p:nvPr/>
        </p:nvSpPr>
        <p:spPr>
          <a:xfrm>
            <a:off x="411480" y="22585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900" dirty="0"/>
          </a:p>
        </p:txBody>
      </p:sp>
      <p:sp>
        <p:nvSpPr>
          <p:cNvPr id="346" name="Shape 11">
            <a:extLst>
              <a:ext uri="{FF2B5EF4-FFF2-40B4-BE49-F238E27FC236}">
                <a16:creationId xmlns:a16="http://schemas.microsoft.com/office/drawing/2014/main" id="{6D16C830-1B58-FEF9-1248-8F605C6FD593}"/>
              </a:ext>
            </a:extLst>
          </p:cNvPr>
          <p:cNvSpPr/>
          <p:nvPr/>
        </p:nvSpPr>
        <p:spPr>
          <a:xfrm>
            <a:off x="2057400" y="2258568"/>
            <a:ext cx="3977640" cy="45720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7" name="Text 12">
            <a:extLst>
              <a:ext uri="{FF2B5EF4-FFF2-40B4-BE49-F238E27FC236}">
                <a16:creationId xmlns:a16="http://schemas.microsoft.com/office/drawing/2014/main" id="{A9837A9C-6E70-2C1A-EFE0-D15833DDB12D}"/>
              </a:ext>
            </a:extLst>
          </p:cNvPr>
          <p:cNvSpPr txBox="1"/>
          <p:nvPr/>
        </p:nvSpPr>
        <p:spPr>
          <a:xfrm>
            <a:off x="2103120" y="225856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suspicious transactions — auto-freezes accounts</a:t>
            </a:r>
            <a:endParaRPr lang="en-US" sz="900" dirty="0"/>
          </a:p>
        </p:txBody>
      </p:sp>
      <p:sp>
        <p:nvSpPr>
          <p:cNvPr id="348" name="Shape 13">
            <a:extLst>
              <a:ext uri="{FF2B5EF4-FFF2-40B4-BE49-F238E27FC236}">
                <a16:creationId xmlns:a16="http://schemas.microsoft.com/office/drawing/2014/main" id="{75CA9ED8-1610-4612-A901-245B58A5CA45}"/>
              </a:ext>
            </a:extLst>
          </p:cNvPr>
          <p:cNvSpPr/>
          <p:nvPr/>
        </p:nvSpPr>
        <p:spPr>
          <a:xfrm>
            <a:off x="365760" y="2788920"/>
            <a:ext cx="1691640" cy="457200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9" name="Text 14">
            <a:extLst>
              <a:ext uri="{FF2B5EF4-FFF2-40B4-BE49-F238E27FC236}">
                <a16:creationId xmlns:a16="http://schemas.microsoft.com/office/drawing/2014/main" id="{F81588BA-DE5F-63A1-9119-E9823F180544}"/>
              </a:ext>
            </a:extLst>
          </p:cNvPr>
          <p:cNvSpPr txBox="1"/>
          <p:nvPr/>
        </p:nvSpPr>
        <p:spPr>
          <a:xfrm>
            <a:off x="411480" y="2788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Oversight</a:t>
            </a:r>
            <a:endParaRPr lang="en-US" sz="900" dirty="0"/>
          </a:p>
        </p:txBody>
      </p:sp>
      <p:sp>
        <p:nvSpPr>
          <p:cNvPr id="350" name="Shape 15">
            <a:extLst>
              <a:ext uri="{FF2B5EF4-FFF2-40B4-BE49-F238E27FC236}">
                <a16:creationId xmlns:a16="http://schemas.microsoft.com/office/drawing/2014/main" id="{61172F90-C9FB-A2CC-6821-9A76AEBA53DB}"/>
              </a:ext>
            </a:extLst>
          </p:cNvPr>
          <p:cNvSpPr/>
          <p:nvPr/>
        </p:nvSpPr>
        <p:spPr>
          <a:xfrm>
            <a:off x="2057400" y="2788920"/>
            <a:ext cx="3977640" cy="45720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1" name="Text 16">
            <a:extLst>
              <a:ext uri="{FF2B5EF4-FFF2-40B4-BE49-F238E27FC236}">
                <a16:creationId xmlns:a16="http://schemas.microsoft.com/office/drawing/2014/main" id="{77502842-7A2B-9F97-3404-1ACF8A6DAE7D}"/>
              </a:ext>
            </a:extLst>
          </p:cNvPr>
          <p:cNvSpPr txBox="1"/>
          <p:nvPr/>
        </p:nvSpPr>
        <p:spPr>
          <a:xfrm>
            <a:off x="2103120" y="27889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— fully automated</a:t>
            </a:r>
            <a:endParaRPr lang="en-US" sz="900" dirty="0"/>
          </a:p>
        </p:txBody>
      </p:sp>
      <p:sp>
        <p:nvSpPr>
          <p:cNvPr id="352" name="Shape 17">
            <a:extLst>
              <a:ext uri="{FF2B5EF4-FFF2-40B4-BE49-F238E27FC236}">
                <a16:creationId xmlns:a16="http://schemas.microsoft.com/office/drawing/2014/main" id="{0E70B343-26A7-49D8-7C47-6BF4D343B276}"/>
              </a:ext>
            </a:extLst>
          </p:cNvPr>
          <p:cNvSpPr/>
          <p:nvPr/>
        </p:nvSpPr>
        <p:spPr>
          <a:xfrm>
            <a:off x="365760" y="3319272"/>
            <a:ext cx="1691640" cy="45720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3" name="Text 18">
            <a:extLst>
              <a:ext uri="{FF2B5EF4-FFF2-40B4-BE49-F238E27FC236}">
                <a16:creationId xmlns:a16="http://schemas.microsoft.com/office/drawing/2014/main" id="{41FC4F39-BE1B-C7C0-ACBB-17D8F5D9476D}"/>
              </a:ext>
            </a:extLst>
          </p:cNvPr>
          <p:cNvSpPr txBox="1"/>
          <p:nvPr/>
        </p:nvSpPr>
        <p:spPr>
          <a:xfrm>
            <a:off x="411480" y="331927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Appeal Mechanism</a:t>
            </a:r>
            <a:endParaRPr lang="en-US" sz="900" dirty="0"/>
          </a:p>
        </p:txBody>
      </p:sp>
      <p:sp>
        <p:nvSpPr>
          <p:cNvPr id="354" name="Shape 19">
            <a:extLst>
              <a:ext uri="{FF2B5EF4-FFF2-40B4-BE49-F238E27FC236}">
                <a16:creationId xmlns:a16="http://schemas.microsoft.com/office/drawing/2014/main" id="{5ECAFE74-4D2A-4357-C112-79DF3B15DE5C}"/>
              </a:ext>
            </a:extLst>
          </p:cNvPr>
          <p:cNvSpPr/>
          <p:nvPr/>
        </p:nvSpPr>
        <p:spPr>
          <a:xfrm>
            <a:off x="2057400" y="3319272"/>
            <a:ext cx="3977640" cy="45720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5" name="Text 20">
            <a:extLst>
              <a:ext uri="{FF2B5EF4-FFF2-40B4-BE49-F238E27FC236}">
                <a16:creationId xmlns:a16="http://schemas.microsoft.com/office/drawing/2014/main" id="{C9D57223-ACDF-6F3D-166E-21A7A7BF44FB}"/>
              </a:ext>
            </a:extLst>
          </p:cNvPr>
          <p:cNvSpPr txBox="1"/>
          <p:nvPr/>
        </p:nvSpPr>
        <p:spPr>
          <a:xfrm>
            <a:off x="2103120" y="331927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— customers cannot challenge freezes</a:t>
            </a:r>
            <a:endParaRPr lang="en-US" sz="900" dirty="0"/>
          </a:p>
        </p:txBody>
      </p:sp>
      <p:sp>
        <p:nvSpPr>
          <p:cNvPr id="356" name="Shape 21">
            <a:extLst>
              <a:ext uri="{FF2B5EF4-FFF2-40B4-BE49-F238E27FC236}">
                <a16:creationId xmlns:a16="http://schemas.microsoft.com/office/drawing/2014/main" id="{219D06E8-5F6E-AFA6-68AC-EB2A559588CA}"/>
              </a:ext>
            </a:extLst>
          </p:cNvPr>
          <p:cNvSpPr/>
          <p:nvPr/>
        </p:nvSpPr>
        <p:spPr>
          <a:xfrm>
            <a:off x="365760" y="3849624"/>
            <a:ext cx="1691640" cy="457200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7" name="Text 22">
            <a:extLst>
              <a:ext uri="{FF2B5EF4-FFF2-40B4-BE49-F238E27FC236}">
                <a16:creationId xmlns:a16="http://schemas.microsoft.com/office/drawing/2014/main" id="{371DEBE8-C419-9175-BFB1-BEDE0D94E908}"/>
              </a:ext>
            </a:extLst>
          </p:cNvPr>
          <p:cNvSpPr txBox="1"/>
          <p:nvPr/>
        </p:nvSpPr>
        <p:spPr>
          <a:xfrm>
            <a:off x="411480" y="384962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DPIA Conducted</a:t>
            </a:r>
            <a:endParaRPr lang="en-US" sz="900" dirty="0"/>
          </a:p>
        </p:txBody>
      </p:sp>
      <p:sp>
        <p:nvSpPr>
          <p:cNvPr id="358" name="Shape 23">
            <a:extLst>
              <a:ext uri="{FF2B5EF4-FFF2-40B4-BE49-F238E27FC236}">
                <a16:creationId xmlns:a16="http://schemas.microsoft.com/office/drawing/2014/main" id="{3158277A-A0A0-759E-1E75-A9AFF0D8B256}"/>
              </a:ext>
            </a:extLst>
          </p:cNvPr>
          <p:cNvSpPr/>
          <p:nvPr/>
        </p:nvSpPr>
        <p:spPr>
          <a:xfrm>
            <a:off x="2057400" y="3849624"/>
            <a:ext cx="3977640" cy="45720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9" name="Text 24">
            <a:extLst>
              <a:ext uri="{FF2B5EF4-FFF2-40B4-BE49-F238E27FC236}">
                <a16:creationId xmlns:a16="http://schemas.microsoft.com/office/drawing/2014/main" id="{AC551D4A-D2F3-0288-0C1F-83FABD770067}"/>
              </a:ext>
            </a:extLst>
          </p:cNvPr>
          <p:cNvSpPr txBox="1"/>
          <p:nvPr/>
        </p:nvSpPr>
        <p:spPr>
          <a:xfrm>
            <a:off x="2103120" y="384962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— required before deployment</a:t>
            </a:r>
            <a:endParaRPr lang="en-US" sz="900" dirty="0"/>
          </a:p>
        </p:txBody>
      </p:sp>
      <p:sp>
        <p:nvSpPr>
          <p:cNvPr id="360" name="Shape 25">
            <a:extLst>
              <a:ext uri="{FF2B5EF4-FFF2-40B4-BE49-F238E27FC236}">
                <a16:creationId xmlns:a16="http://schemas.microsoft.com/office/drawing/2014/main" id="{A872972F-54A9-08C0-6450-9C1E30B6FD71}"/>
              </a:ext>
            </a:extLst>
          </p:cNvPr>
          <p:cNvSpPr/>
          <p:nvPr/>
        </p:nvSpPr>
        <p:spPr>
          <a:xfrm>
            <a:off x="365760" y="4379976"/>
            <a:ext cx="1691640" cy="45720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1" name="Text 26">
            <a:extLst>
              <a:ext uri="{FF2B5EF4-FFF2-40B4-BE49-F238E27FC236}">
                <a16:creationId xmlns:a16="http://schemas.microsoft.com/office/drawing/2014/main" id="{8D0DE862-1E82-F6B2-58D6-433EBACFAB9C}"/>
              </a:ext>
            </a:extLst>
          </p:cNvPr>
          <p:cNvSpPr txBox="1"/>
          <p:nvPr/>
        </p:nvSpPr>
        <p:spPr>
          <a:xfrm>
            <a:off x="411480" y="437997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 Status</a:t>
            </a:r>
            <a:endParaRPr lang="en-US" sz="900" dirty="0"/>
          </a:p>
        </p:txBody>
      </p:sp>
      <p:sp>
        <p:nvSpPr>
          <p:cNvPr id="362" name="Shape 27">
            <a:extLst>
              <a:ext uri="{FF2B5EF4-FFF2-40B4-BE49-F238E27FC236}">
                <a16:creationId xmlns:a16="http://schemas.microsoft.com/office/drawing/2014/main" id="{5C06C583-839F-EAE8-1F72-793A4C04A3DB}"/>
              </a:ext>
            </a:extLst>
          </p:cNvPr>
          <p:cNvSpPr/>
          <p:nvPr/>
        </p:nvSpPr>
        <p:spPr>
          <a:xfrm>
            <a:off x="2057400" y="4379976"/>
            <a:ext cx="3977640" cy="45720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3" name="Text 28">
            <a:extLst>
              <a:ext uri="{FF2B5EF4-FFF2-40B4-BE49-F238E27FC236}">
                <a16:creationId xmlns:a16="http://schemas.microsoft.com/office/drawing/2014/main" id="{338BFCB2-C780-B049-3C48-20F8E53F3037}"/>
              </a:ext>
            </a:extLst>
          </p:cNvPr>
          <p:cNvSpPr txBox="1"/>
          <p:nvPr/>
        </p:nvSpPr>
        <p:spPr>
          <a:xfrm>
            <a:off x="2103120" y="437997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Non-Compliant — Art. 14 requires human oversight</a:t>
            </a:r>
            <a:endParaRPr lang="en-US" sz="900" dirty="0"/>
          </a:p>
        </p:txBody>
      </p:sp>
      <p:sp>
        <p:nvSpPr>
          <p:cNvPr id="364" name="Shape 29">
            <a:extLst>
              <a:ext uri="{FF2B5EF4-FFF2-40B4-BE49-F238E27FC236}">
                <a16:creationId xmlns:a16="http://schemas.microsoft.com/office/drawing/2014/main" id="{34BF3269-CF2B-8516-3128-50F764279C02}"/>
              </a:ext>
            </a:extLst>
          </p:cNvPr>
          <p:cNvSpPr/>
          <p:nvPr/>
        </p:nvSpPr>
        <p:spPr>
          <a:xfrm>
            <a:off x="365760" y="4910328"/>
            <a:ext cx="1691640" cy="457200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5" name="Text 30">
            <a:extLst>
              <a:ext uri="{FF2B5EF4-FFF2-40B4-BE49-F238E27FC236}">
                <a16:creationId xmlns:a16="http://schemas.microsoft.com/office/drawing/2014/main" id="{1788457E-5848-1336-8456-757356B8DFA3}"/>
              </a:ext>
            </a:extLst>
          </p:cNvPr>
          <p:cNvSpPr txBox="1"/>
          <p:nvPr/>
        </p:nvSpPr>
        <p:spPr>
          <a:xfrm>
            <a:off x="411480" y="49103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GDPR Status</a:t>
            </a:r>
            <a:endParaRPr lang="en-US" sz="900" dirty="0"/>
          </a:p>
        </p:txBody>
      </p:sp>
      <p:sp>
        <p:nvSpPr>
          <p:cNvPr id="366" name="Shape 31">
            <a:extLst>
              <a:ext uri="{FF2B5EF4-FFF2-40B4-BE49-F238E27FC236}">
                <a16:creationId xmlns:a16="http://schemas.microsoft.com/office/drawing/2014/main" id="{B02AB45C-5C01-2783-C895-5CDBEC3B6B86}"/>
              </a:ext>
            </a:extLst>
          </p:cNvPr>
          <p:cNvSpPr/>
          <p:nvPr/>
        </p:nvSpPr>
        <p:spPr>
          <a:xfrm>
            <a:off x="2057400" y="4910328"/>
            <a:ext cx="3977640" cy="45720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7" name="Text 32">
            <a:extLst>
              <a:ext uri="{FF2B5EF4-FFF2-40B4-BE49-F238E27FC236}">
                <a16:creationId xmlns:a16="http://schemas.microsoft.com/office/drawing/2014/main" id="{B17D3228-B9D4-D3DA-ED5E-C0683B98FB9B}"/>
              </a:ext>
            </a:extLst>
          </p:cNvPr>
          <p:cNvSpPr txBox="1"/>
          <p:nvPr/>
        </p:nvSpPr>
        <p:spPr>
          <a:xfrm>
            <a:off x="2103120" y="491032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Non-Compliant — Art. 22 violation active</a:t>
            </a:r>
            <a:endParaRPr lang="en-US" sz="900" dirty="0"/>
          </a:p>
        </p:txBody>
      </p:sp>
      <p:sp>
        <p:nvSpPr>
          <p:cNvPr id="368" name="Shape 33">
            <a:extLst>
              <a:ext uri="{FF2B5EF4-FFF2-40B4-BE49-F238E27FC236}">
                <a16:creationId xmlns:a16="http://schemas.microsoft.com/office/drawing/2014/main" id="{65055046-1AA2-EB87-61A5-2873B16CEAD0}"/>
              </a:ext>
            </a:extLst>
          </p:cNvPr>
          <p:cNvSpPr/>
          <p:nvPr/>
        </p:nvSpPr>
        <p:spPr>
          <a:xfrm>
            <a:off x="365760" y="5458968"/>
            <a:ext cx="5669280" cy="5669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9" name="Text 34">
            <a:extLst>
              <a:ext uri="{FF2B5EF4-FFF2-40B4-BE49-F238E27FC236}">
                <a16:creationId xmlns:a16="http://schemas.microsoft.com/office/drawing/2014/main" id="{AB9D684D-59BE-90F8-FB0F-318C3D788DEA}"/>
              </a:ext>
            </a:extLst>
          </p:cNvPr>
          <p:cNvSpPr txBox="1"/>
          <p:nvPr/>
        </p:nvSpPr>
        <p:spPr>
          <a:xfrm>
            <a:off x="457200" y="5458968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— Must stop automatic freezes immediately</a:t>
            </a:r>
            <a:endParaRPr lang="en-US" sz="1100" dirty="0"/>
          </a:p>
        </p:txBody>
      </p:sp>
      <p:sp>
        <p:nvSpPr>
          <p:cNvPr id="370" name="Shape 35">
            <a:extLst>
              <a:ext uri="{FF2B5EF4-FFF2-40B4-BE49-F238E27FC236}">
                <a16:creationId xmlns:a16="http://schemas.microsoft.com/office/drawing/2014/main" id="{58983931-7127-3C82-D295-1FDF25CE4866}"/>
              </a:ext>
            </a:extLst>
          </p:cNvPr>
          <p:cNvSpPr/>
          <p:nvPr/>
        </p:nvSpPr>
        <p:spPr>
          <a:xfrm>
            <a:off x="6263640" y="1664208"/>
            <a:ext cx="5669280" cy="5029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1" name="Text 36">
            <a:extLst>
              <a:ext uri="{FF2B5EF4-FFF2-40B4-BE49-F238E27FC236}">
                <a16:creationId xmlns:a16="http://schemas.microsoft.com/office/drawing/2014/main" id="{23643005-6AF6-0D3F-7526-DBA2C061B6EC}"/>
              </a:ext>
            </a:extLst>
          </p:cNvPr>
          <p:cNvSpPr txBox="1"/>
          <p:nvPr/>
        </p:nvSpPr>
        <p:spPr>
          <a:xfrm>
            <a:off x="6263640" y="1664208"/>
            <a:ext cx="3566160" cy="50292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NexaBot AI</a:t>
            </a:r>
            <a:endParaRPr lang="en-US" sz="1400" dirty="0"/>
          </a:p>
        </p:txBody>
      </p:sp>
      <p:sp>
        <p:nvSpPr>
          <p:cNvPr id="372" name="Shape 37">
            <a:extLst>
              <a:ext uri="{FF2B5EF4-FFF2-40B4-BE49-F238E27FC236}">
                <a16:creationId xmlns:a16="http://schemas.microsoft.com/office/drawing/2014/main" id="{2B4BEB90-708F-0643-4F27-8675DD8CAFDE}"/>
              </a:ext>
            </a:extLst>
          </p:cNvPr>
          <p:cNvSpPr/>
          <p:nvPr/>
        </p:nvSpPr>
        <p:spPr>
          <a:xfrm>
            <a:off x="9738360" y="1664208"/>
            <a:ext cx="2194560" cy="502920"/>
          </a:xfrm>
          <a:prstGeom prst="rect">
            <a:avLst/>
          </a:prstGeom>
          <a:solidFill>
            <a:srgbClr val="5D40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3" name="Text 38">
            <a:extLst>
              <a:ext uri="{FF2B5EF4-FFF2-40B4-BE49-F238E27FC236}">
                <a16:creationId xmlns:a16="http://schemas.microsoft.com/office/drawing/2014/main" id="{5E6FE15F-1E63-A5BD-2ECF-C25E25A48A2E}"/>
              </a:ext>
            </a:extLst>
          </p:cNvPr>
          <p:cNvSpPr txBox="1"/>
          <p:nvPr/>
        </p:nvSpPr>
        <p:spPr>
          <a:xfrm>
            <a:off x="9738360" y="16642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RISK (EU AI Act)</a:t>
            </a:r>
            <a:endParaRPr lang="en-US" sz="800" dirty="0"/>
          </a:p>
        </p:txBody>
      </p:sp>
      <p:sp>
        <p:nvSpPr>
          <p:cNvPr id="374" name="Shape 39">
            <a:extLst>
              <a:ext uri="{FF2B5EF4-FFF2-40B4-BE49-F238E27FC236}">
                <a16:creationId xmlns:a16="http://schemas.microsoft.com/office/drawing/2014/main" id="{3531005E-068B-5CA6-DA8B-448B8768A9D5}"/>
              </a:ext>
            </a:extLst>
          </p:cNvPr>
          <p:cNvSpPr/>
          <p:nvPr/>
        </p:nvSpPr>
        <p:spPr>
          <a:xfrm>
            <a:off x="6263640" y="2258568"/>
            <a:ext cx="1691640" cy="45720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5" name="Text 40">
            <a:extLst>
              <a:ext uri="{FF2B5EF4-FFF2-40B4-BE49-F238E27FC236}">
                <a16:creationId xmlns:a16="http://schemas.microsoft.com/office/drawing/2014/main" id="{C4CF420F-FE7E-22E3-8360-3FDF1BF6866A}"/>
              </a:ext>
            </a:extLst>
          </p:cNvPr>
          <p:cNvSpPr txBox="1"/>
          <p:nvPr/>
        </p:nvSpPr>
        <p:spPr>
          <a:xfrm>
            <a:off x="6309360" y="22585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900" dirty="0"/>
          </a:p>
        </p:txBody>
      </p:sp>
      <p:sp>
        <p:nvSpPr>
          <p:cNvPr id="376" name="Shape 41">
            <a:extLst>
              <a:ext uri="{FF2B5EF4-FFF2-40B4-BE49-F238E27FC236}">
                <a16:creationId xmlns:a16="http://schemas.microsoft.com/office/drawing/2014/main" id="{D4F96838-181D-5D10-634F-1E5E23D668CA}"/>
              </a:ext>
            </a:extLst>
          </p:cNvPr>
          <p:cNvSpPr/>
          <p:nvPr/>
        </p:nvSpPr>
        <p:spPr>
          <a:xfrm>
            <a:off x="7955280" y="2258568"/>
            <a:ext cx="3977640" cy="45720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7" name="Text 42">
            <a:extLst>
              <a:ext uri="{FF2B5EF4-FFF2-40B4-BE49-F238E27FC236}">
                <a16:creationId xmlns:a16="http://schemas.microsoft.com/office/drawing/2014/main" id="{271D36EF-4392-146D-1E75-215645EB638A}"/>
              </a:ext>
            </a:extLst>
          </p:cNvPr>
          <p:cNvSpPr txBox="1"/>
          <p:nvPr/>
        </p:nvSpPr>
        <p:spPr>
          <a:xfrm>
            <a:off x="8001000" y="225856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chatbot answering customer queries 24/7</a:t>
            </a:r>
            <a:endParaRPr lang="en-US" sz="900" dirty="0"/>
          </a:p>
        </p:txBody>
      </p:sp>
      <p:sp>
        <p:nvSpPr>
          <p:cNvPr id="378" name="Shape 43">
            <a:extLst>
              <a:ext uri="{FF2B5EF4-FFF2-40B4-BE49-F238E27FC236}">
                <a16:creationId xmlns:a16="http://schemas.microsoft.com/office/drawing/2014/main" id="{9D4467DC-0794-36AC-BF74-B562C96A88CE}"/>
              </a:ext>
            </a:extLst>
          </p:cNvPr>
          <p:cNvSpPr/>
          <p:nvPr/>
        </p:nvSpPr>
        <p:spPr>
          <a:xfrm>
            <a:off x="6263640" y="2788920"/>
            <a:ext cx="1691640" cy="457200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9" name="Text 44">
            <a:extLst>
              <a:ext uri="{FF2B5EF4-FFF2-40B4-BE49-F238E27FC236}">
                <a16:creationId xmlns:a16="http://schemas.microsoft.com/office/drawing/2014/main" id="{3B50F970-5D72-3427-CFF9-35DB4DE371DF}"/>
              </a:ext>
            </a:extLst>
          </p:cNvPr>
          <p:cNvSpPr txBox="1"/>
          <p:nvPr/>
        </p:nvSpPr>
        <p:spPr>
          <a:xfrm>
            <a:off x="6309360" y="2788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Access</a:t>
            </a:r>
            <a:endParaRPr lang="en-US" sz="900" dirty="0"/>
          </a:p>
        </p:txBody>
      </p:sp>
      <p:sp>
        <p:nvSpPr>
          <p:cNvPr id="380" name="Shape 45">
            <a:extLst>
              <a:ext uri="{FF2B5EF4-FFF2-40B4-BE49-F238E27FC236}">
                <a16:creationId xmlns:a16="http://schemas.microsoft.com/office/drawing/2014/main" id="{0D6BFC95-D535-17DE-25A1-461B4BF36BBB}"/>
              </a:ext>
            </a:extLst>
          </p:cNvPr>
          <p:cNvSpPr/>
          <p:nvPr/>
        </p:nvSpPr>
        <p:spPr>
          <a:xfrm>
            <a:off x="7955280" y="2788920"/>
            <a:ext cx="3977640" cy="45720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1" name="Text 46">
            <a:extLst>
              <a:ext uri="{FF2B5EF4-FFF2-40B4-BE49-F238E27FC236}">
                <a16:creationId xmlns:a16="http://schemas.microsoft.com/office/drawing/2014/main" id="{75D01D1F-035C-6C85-C260-3BB3BFDA77B9}"/>
              </a:ext>
            </a:extLst>
          </p:cNvPr>
          <p:cNvSpPr txBox="1"/>
          <p:nvPr/>
        </p:nvSpPr>
        <p:spPr>
          <a:xfrm>
            <a:off x="8001000" y="27889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customer account data — unrestricted</a:t>
            </a:r>
            <a:endParaRPr lang="en-US" sz="900" dirty="0"/>
          </a:p>
        </p:txBody>
      </p:sp>
      <p:sp>
        <p:nvSpPr>
          <p:cNvPr id="382" name="Shape 47">
            <a:extLst>
              <a:ext uri="{FF2B5EF4-FFF2-40B4-BE49-F238E27FC236}">
                <a16:creationId xmlns:a16="http://schemas.microsoft.com/office/drawing/2014/main" id="{C0BB3037-6318-039E-E942-DD277EA01FC0}"/>
              </a:ext>
            </a:extLst>
          </p:cNvPr>
          <p:cNvSpPr/>
          <p:nvPr/>
        </p:nvSpPr>
        <p:spPr>
          <a:xfrm>
            <a:off x="6263640" y="3319272"/>
            <a:ext cx="1691640" cy="45720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3" name="Text 48">
            <a:extLst>
              <a:ext uri="{FF2B5EF4-FFF2-40B4-BE49-F238E27FC236}">
                <a16:creationId xmlns:a16="http://schemas.microsoft.com/office/drawing/2014/main" id="{B501BE51-A411-D588-2894-68373D2F2797}"/>
              </a:ext>
            </a:extLst>
          </p:cNvPr>
          <p:cNvSpPr txBox="1"/>
          <p:nvPr/>
        </p:nvSpPr>
        <p:spPr>
          <a:xfrm>
            <a:off x="6309360" y="331927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DPA With Provider</a:t>
            </a:r>
            <a:endParaRPr lang="en-US" sz="900" dirty="0"/>
          </a:p>
        </p:txBody>
      </p:sp>
      <p:sp>
        <p:nvSpPr>
          <p:cNvPr id="384" name="Shape 49">
            <a:extLst>
              <a:ext uri="{FF2B5EF4-FFF2-40B4-BE49-F238E27FC236}">
                <a16:creationId xmlns:a16="http://schemas.microsoft.com/office/drawing/2014/main" id="{99AFA7CB-3E90-7D40-78ED-B3AA40ED7B6B}"/>
              </a:ext>
            </a:extLst>
          </p:cNvPr>
          <p:cNvSpPr/>
          <p:nvPr/>
        </p:nvSpPr>
        <p:spPr>
          <a:xfrm>
            <a:off x="7955280" y="3319272"/>
            <a:ext cx="3977640" cy="45720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5" name="Text 50">
            <a:extLst>
              <a:ext uri="{FF2B5EF4-FFF2-40B4-BE49-F238E27FC236}">
                <a16:creationId xmlns:a16="http://schemas.microsoft.com/office/drawing/2014/main" id="{04319302-FC53-2850-C1A7-C4EE6525E118}"/>
              </a:ext>
            </a:extLst>
          </p:cNvPr>
          <p:cNvSpPr txBox="1"/>
          <p:nvPr/>
        </p:nvSpPr>
        <p:spPr>
          <a:xfrm>
            <a:off x="8001000" y="331927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— required under UK GDPR Art. 28</a:t>
            </a:r>
            <a:endParaRPr lang="en-US" sz="900" dirty="0"/>
          </a:p>
        </p:txBody>
      </p:sp>
      <p:sp>
        <p:nvSpPr>
          <p:cNvPr id="386" name="Shape 51">
            <a:extLst>
              <a:ext uri="{FF2B5EF4-FFF2-40B4-BE49-F238E27FC236}">
                <a16:creationId xmlns:a16="http://schemas.microsoft.com/office/drawing/2014/main" id="{5DDED063-120D-3829-D898-C4C30F153884}"/>
              </a:ext>
            </a:extLst>
          </p:cNvPr>
          <p:cNvSpPr/>
          <p:nvPr/>
        </p:nvSpPr>
        <p:spPr>
          <a:xfrm>
            <a:off x="6263640" y="3849624"/>
            <a:ext cx="1691640" cy="457200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7" name="Text 52">
            <a:extLst>
              <a:ext uri="{FF2B5EF4-FFF2-40B4-BE49-F238E27FC236}">
                <a16:creationId xmlns:a16="http://schemas.microsoft.com/office/drawing/2014/main" id="{1F84332A-7518-ACB3-7F99-D37A6D4F0A97}"/>
              </a:ext>
            </a:extLst>
          </p:cNvPr>
          <p:cNvSpPr txBox="1"/>
          <p:nvPr/>
        </p:nvSpPr>
        <p:spPr>
          <a:xfrm>
            <a:off x="6309360" y="384962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DPIA Conducted</a:t>
            </a:r>
            <a:endParaRPr lang="en-US" sz="900" dirty="0"/>
          </a:p>
        </p:txBody>
      </p:sp>
      <p:sp>
        <p:nvSpPr>
          <p:cNvPr id="388" name="Shape 53">
            <a:extLst>
              <a:ext uri="{FF2B5EF4-FFF2-40B4-BE49-F238E27FC236}">
                <a16:creationId xmlns:a16="http://schemas.microsoft.com/office/drawing/2014/main" id="{C2C725FB-F216-47E8-F251-5D7926D67E4E}"/>
              </a:ext>
            </a:extLst>
          </p:cNvPr>
          <p:cNvSpPr/>
          <p:nvPr/>
        </p:nvSpPr>
        <p:spPr>
          <a:xfrm>
            <a:off x="7955280" y="3849624"/>
            <a:ext cx="3977640" cy="45720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9" name="Text 54">
            <a:extLst>
              <a:ext uri="{FF2B5EF4-FFF2-40B4-BE49-F238E27FC236}">
                <a16:creationId xmlns:a16="http://schemas.microsoft.com/office/drawing/2014/main" id="{94A928DA-A7E3-886E-C346-EB4963DA8F43}"/>
              </a:ext>
            </a:extLst>
          </p:cNvPr>
          <p:cNvSpPr txBox="1"/>
          <p:nvPr/>
        </p:nvSpPr>
        <p:spPr>
          <a:xfrm>
            <a:off x="8001000" y="384962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— required before deployment</a:t>
            </a:r>
            <a:endParaRPr lang="en-US" sz="900" dirty="0"/>
          </a:p>
        </p:txBody>
      </p:sp>
      <p:sp>
        <p:nvSpPr>
          <p:cNvPr id="390" name="Shape 55">
            <a:extLst>
              <a:ext uri="{FF2B5EF4-FFF2-40B4-BE49-F238E27FC236}">
                <a16:creationId xmlns:a16="http://schemas.microsoft.com/office/drawing/2014/main" id="{CE71BC8C-8C07-8DEC-D41F-1EDAC6B06ECF}"/>
              </a:ext>
            </a:extLst>
          </p:cNvPr>
          <p:cNvSpPr/>
          <p:nvPr/>
        </p:nvSpPr>
        <p:spPr>
          <a:xfrm>
            <a:off x="6263640" y="4379976"/>
            <a:ext cx="1691640" cy="45720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1" name="Text 56">
            <a:extLst>
              <a:ext uri="{FF2B5EF4-FFF2-40B4-BE49-F238E27FC236}">
                <a16:creationId xmlns:a16="http://schemas.microsoft.com/office/drawing/2014/main" id="{74A538B1-8229-57C8-361E-C612C0F242E7}"/>
              </a:ext>
            </a:extLst>
          </p:cNvPr>
          <p:cNvSpPr txBox="1"/>
          <p:nvPr/>
        </p:nvSpPr>
        <p:spPr>
          <a:xfrm>
            <a:off x="6309360" y="437997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endParaRPr lang="en-US" sz="900" dirty="0"/>
          </a:p>
        </p:txBody>
      </p:sp>
      <p:sp>
        <p:nvSpPr>
          <p:cNvPr id="392" name="Shape 57">
            <a:extLst>
              <a:ext uri="{FF2B5EF4-FFF2-40B4-BE49-F238E27FC236}">
                <a16:creationId xmlns:a16="http://schemas.microsoft.com/office/drawing/2014/main" id="{912ABA68-6892-BCF2-DE28-BC736A280BB0}"/>
              </a:ext>
            </a:extLst>
          </p:cNvPr>
          <p:cNvSpPr/>
          <p:nvPr/>
        </p:nvSpPr>
        <p:spPr>
          <a:xfrm>
            <a:off x="7955280" y="4379976"/>
            <a:ext cx="3977640" cy="45720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3" name="Text 58">
            <a:extLst>
              <a:ext uri="{FF2B5EF4-FFF2-40B4-BE49-F238E27FC236}">
                <a16:creationId xmlns:a16="http://schemas.microsoft.com/office/drawing/2014/main" id="{11C4D0ED-7F76-FFC9-E86E-CACEED423CF1}"/>
              </a:ext>
            </a:extLst>
          </p:cNvPr>
          <p:cNvSpPr txBox="1"/>
          <p:nvPr/>
        </p:nvSpPr>
        <p:spPr>
          <a:xfrm>
            <a:off x="8001000" y="437997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— not formally disclosed in privacy notice</a:t>
            </a:r>
            <a:endParaRPr lang="en-US" sz="900" dirty="0"/>
          </a:p>
        </p:txBody>
      </p:sp>
      <p:sp>
        <p:nvSpPr>
          <p:cNvPr id="394" name="Shape 59">
            <a:extLst>
              <a:ext uri="{FF2B5EF4-FFF2-40B4-BE49-F238E27FC236}">
                <a16:creationId xmlns:a16="http://schemas.microsoft.com/office/drawing/2014/main" id="{BB4374C3-87DA-3985-68F0-D62EBE23F971}"/>
              </a:ext>
            </a:extLst>
          </p:cNvPr>
          <p:cNvSpPr/>
          <p:nvPr/>
        </p:nvSpPr>
        <p:spPr>
          <a:xfrm>
            <a:off x="6263640" y="4910328"/>
            <a:ext cx="1691640" cy="457200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5" name="Text 60">
            <a:extLst>
              <a:ext uri="{FF2B5EF4-FFF2-40B4-BE49-F238E27FC236}">
                <a16:creationId xmlns:a16="http://schemas.microsoft.com/office/drawing/2014/main" id="{AE7EA0B5-E850-EA63-D589-6830B71E08C7}"/>
              </a:ext>
            </a:extLst>
          </p:cNvPr>
          <p:cNvSpPr txBox="1"/>
          <p:nvPr/>
        </p:nvSpPr>
        <p:spPr>
          <a:xfrm>
            <a:off x="6309360" y="49103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GDPR Status</a:t>
            </a:r>
            <a:endParaRPr lang="en-US" sz="900" dirty="0"/>
          </a:p>
        </p:txBody>
      </p:sp>
      <p:sp>
        <p:nvSpPr>
          <p:cNvPr id="396" name="Shape 61">
            <a:extLst>
              <a:ext uri="{FF2B5EF4-FFF2-40B4-BE49-F238E27FC236}">
                <a16:creationId xmlns:a16="http://schemas.microsoft.com/office/drawing/2014/main" id="{6BE71E83-EBF6-BCDA-6EAB-439B9F3E847D}"/>
              </a:ext>
            </a:extLst>
          </p:cNvPr>
          <p:cNvSpPr/>
          <p:nvPr/>
        </p:nvSpPr>
        <p:spPr>
          <a:xfrm>
            <a:off x="7955280" y="4910328"/>
            <a:ext cx="3977640" cy="45720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7" name="Text 62">
            <a:extLst>
              <a:ext uri="{FF2B5EF4-FFF2-40B4-BE49-F238E27FC236}">
                <a16:creationId xmlns:a16="http://schemas.microsoft.com/office/drawing/2014/main" id="{89335229-51A0-2023-76FB-31F57C685EBC}"/>
              </a:ext>
            </a:extLst>
          </p:cNvPr>
          <p:cNvSpPr txBox="1"/>
          <p:nvPr/>
        </p:nvSpPr>
        <p:spPr>
          <a:xfrm>
            <a:off x="8001000" y="491032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Non-Compliant — Art. 28 and Art. 35 violations active</a:t>
            </a:r>
            <a:endParaRPr lang="en-US" sz="900" dirty="0"/>
          </a:p>
        </p:txBody>
      </p:sp>
      <p:sp>
        <p:nvSpPr>
          <p:cNvPr id="398" name="Shape 63">
            <a:extLst>
              <a:ext uri="{FF2B5EF4-FFF2-40B4-BE49-F238E27FC236}">
                <a16:creationId xmlns:a16="http://schemas.microsoft.com/office/drawing/2014/main" id="{F6032A43-E7B4-B239-8017-429DAC51AB1F}"/>
              </a:ext>
            </a:extLst>
          </p:cNvPr>
          <p:cNvSpPr/>
          <p:nvPr/>
        </p:nvSpPr>
        <p:spPr>
          <a:xfrm>
            <a:off x="6263640" y="5458968"/>
            <a:ext cx="5669280" cy="566928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9" name="Text 64">
            <a:extLst>
              <a:ext uri="{FF2B5EF4-FFF2-40B4-BE49-F238E27FC236}">
                <a16:creationId xmlns:a16="http://schemas.microsoft.com/office/drawing/2014/main" id="{B6530A1A-CBDE-8637-1E51-7C4CE8585302}"/>
              </a:ext>
            </a:extLst>
          </p:cNvPr>
          <p:cNvSpPr txBox="1"/>
          <p:nvPr/>
        </p:nvSpPr>
        <p:spPr>
          <a:xfrm>
            <a:off x="6355080" y="5458968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— Sign DPA immediately. Restrict data access.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02129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BD0B842-177A-313E-0775-BA8924756A63}"/>
              </a:ext>
            </a:extLst>
          </p:cNvPr>
          <p:cNvSpPr/>
          <p:nvPr/>
        </p:nvSpPr>
        <p:spPr>
          <a:xfrm>
            <a:off x="-88490" y="-45720"/>
            <a:ext cx="12280490" cy="7144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pPr algn="ctr"/>
            <a:r>
              <a:rPr lang="en-US" sz="2400" b="1" dirty="0">
                <a:solidFill>
                  <a:srgbClr val="002060"/>
                </a:solidFill>
              </a:rPr>
              <a:t>Risk Heatmap — All 18 Identified Risks</a:t>
            </a:r>
          </a:p>
          <a:p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597FC14-8281-0170-B2B6-D72593D01837}"/>
              </a:ext>
            </a:extLst>
          </p:cNvPr>
          <p:cNvSpPr txBox="1"/>
          <p:nvPr/>
        </p:nvSpPr>
        <p:spPr>
          <a:xfrm>
            <a:off x="11064240" y="914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14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84A11E7-4100-ECBD-9A4B-9F02EEAE5E3B}"/>
              </a:ext>
            </a:extLst>
          </p:cNvPr>
          <p:cNvSpPr txBox="1"/>
          <p:nvPr/>
        </p:nvSpPr>
        <p:spPr>
          <a:xfrm>
            <a:off x="640080" y="314632"/>
            <a:ext cx="9144000" cy="69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plotted by Likelihood (vertical) × Impact (horizontal). Higher right = more severe.</a:t>
            </a:r>
            <a:endParaRPr lang="en-US" sz="1200" b="1" dirty="0">
              <a:solidFill>
                <a:srgbClr val="002060"/>
              </a:solidFill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7410C60-5E6F-0D14-1D50-F6860FEDC9AF}"/>
              </a:ext>
            </a:extLst>
          </p:cNvPr>
          <p:cNvSpPr/>
          <p:nvPr/>
        </p:nvSpPr>
        <p:spPr>
          <a:xfrm>
            <a:off x="9902952" y="2194560"/>
            <a:ext cx="1371600" cy="25603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334F021-F48B-32DE-96FC-99C9B1EF8355}"/>
              </a:ext>
            </a:extLst>
          </p:cNvPr>
          <p:cNvSpPr txBox="1"/>
          <p:nvPr/>
        </p:nvSpPr>
        <p:spPr>
          <a:xfrm>
            <a:off x="137160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Negligible</a:t>
            </a:r>
            <a:endParaRPr lang="en-US" sz="8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7B21921-085B-AA43-5549-CB17A6A1E158}"/>
              </a:ext>
            </a:extLst>
          </p:cNvPr>
          <p:cNvSpPr txBox="1"/>
          <p:nvPr/>
        </p:nvSpPr>
        <p:spPr>
          <a:xfrm>
            <a:off x="3383280" y="13160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Minor</a:t>
            </a:r>
            <a:endParaRPr lang="en-US" sz="8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9BB2100-35F8-CCBD-83D6-B80AC8760301}"/>
              </a:ext>
            </a:extLst>
          </p:cNvPr>
          <p:cNvSpPr txBox="1"/>
          <p:nvPr/>
        </p:nvSpPr>
        <p:spPr>
          <a:xfrm>
            <a:off x="539496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Moderate</a:t>
            </a:r>
            <a:endParaRPr lang="en-US" sz="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5938B54-9386-FF73-6FF4-2CDEACD2C709}"/>
              </a:ext>
            </a:extLst>
          </p:cNvPr>
          <p:cNvSpPr txBox="1"/>
          <p:nvPr/>
        </p:nvSpPr>
        <p:spPr>
          <a:xfrm>
            <a:off x="740664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Significant</a:t>
            </a:r>
            <a:endParaRPr lang="en-US" sz="8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F4E7DA9-09F7-05E0-4901-42D6B350CF72}"/>
              </a:ext>
            </a:extLst>
          </p:cNvPr>
          <p:cNvSpPr txBox="1"/>
          <p:nvPr/>
        </p:nvSpPr>
        <p:spPr>
          <a:xfrm>
            <a:off x="9464040" y="129311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Catastrophic</a:t>
            </a:r>
            <a:endParaRPr lang="en-US" sz="8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E06F44C-58FF-24A9-36A4-6CEFE7A4F161}"/>
              </a:ext>
            </a:extLst>
          </p:cNvPr>
          <p:cNvSpPr txBox="1"/>
          <p:nvPr/>
        </p:nvSpPr>
        <p:spPr>
          <a:xfrm>
            <a:off x="320040" y="169164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Almost Certain</a:t>
            </a:r>
            <a:endParaRPr lang="en-US" sz="7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E7E0F86-44A0-E4F3-C34F-6696B194B15D}"/>
              </a:ext>
            </a:extLst>
          </p:cNvPr>
          <p:cNvSpPr txBox="1"/>
          <p:nvPr/>
        </p:nvSpPr>
        <p:spPr>
          <a:xfrm>
            <a:off x="320040" y="256032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Likely</a:t>
            </a:r>
            <a:endParaRPr lang="en-US" sz="7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3A38413-522F-1998-03E0-B08F54801301}"/>
              </a:ext>
            </a:extLst>
          </p:cNvPr>
          <p:cNvSpPr txBox="1"/>
          <p:nvPr/>
        </p:nvSpPr>
        <p:spPr>
          <a:xfrm>
            <a:off x="320040" y="342900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Possible</a:t>
            </a:r>
            <a:endParaRPr lang="en-US" sz="7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75A5C69-FC21-387D-5931-210F3D60A4F9}"/>
              </a:ext>
            </a:extLst>
          </p:cNvPr>
          <p:cNvSpPr txBox="1"/>
          <p:nvPr/>
        </p:nvSpPr>
        <p:spPr>
          <a:xfrm>
            <a:off x="320040" y="429768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Unlikely</a:t>
            </a:r>
            <a:endParaRPr lang="en-US" sz="7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FB58164-7DAD-61CD-80BB-F8006301197A}"/>
              </a:ext>
            </a:extLst>
          </p:cNvPr>
          <p:cNvSpPr txBox="1"/>
          <p:nvPr/>
        </p:nvSpPr>
        <p:spPr>
          <a:xfrm>
            <a:off x="320040" y="516636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Rare</a:t>
            </a:r>
            <a:endParaRPr lang="en-US" sz="7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E8122C5D-45A4-7476-4AC9-C1A68819D0FE}"/>
              </a:ext>
            </a:extLst>
          </p:cNvPr>
          <p:cNvSpPr/>
          <p:nvPr/>
        </p:nvSpPr>
        <p:spPr>
          <a:xfrm>
            <a:off x="1371600" y="1691640"/>
            <a:ext cx="2011680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F47303D4-22DA-EBA9-AD61-708E6FEE97F0}"/>
              </a:ext>
            </a:extLst>
          </p:cNvPr>
          <p:cNvSpPr/>
          <p:nvPr/>
        </p:nvSpPr>
        <p:spPr>
          <a:xfrm>
            <a:off x="3383280" y="1691640"/>
            <a:ext cx="2011680" cy="868680"/>
          </a:xfrm>
          <a:prstGeom prst="rect">
            <a:avLst/>
          </a:prstGeom>
          <a:solidFill>
            <a:srgbClr val="F9A82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02B47E2E-9FA4-A584-31DD-DD66E7807CC4}"/>
              </a:ext>
            </a:extLst>
          </p:cNvPr>
          <p:cNvSpPr/>
          <p:nvPr/>
        </p:nvSpPr>
        <p:spPr>
          <a:xfrm>
            <a:off x="5394960" y="1691640"/>
            <a:ext cx="2011680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C5EA4966-39A7-4512-9B37-2254388126B3}"/>
              </a:ext>
            </a:extLst>
          </p:cNvPr>
          <p:cNvSpPr/>
          <p:nvPr/>
        </p:nvSpPr>
        <p:spPr>
          <a:xfrm>
            <a:off x="7406640" y="1691640"/>
            <a:ext cx="2011680" cy="86868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75B2360-11E2-5A4C-028B-E9BE21A15473}"/>
              </a:ext>
            </a:extLst>
          </p:cNvPr>
          <p:cNvSpPr txBox="1"/>
          <p:nvPr/>
        </p:nvSpPr>
        <p:spPr>
          <a:xfrm>
            <a:off x="7452360" y="17373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9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E07B5304-3AFC-6868-A0BD-D21BEE50417D}"/>
              </a:ext>
            </a:extLst>
          </p:cNvPr>
          <p:cNvSpPr/>
          <p:nvPr/>
        </p:nvSpPr>
        <p:spPr>
          <a:xfrm>
            <a:off x="9418320" y="1691640"/>
            <a:ext cx="2011680" cy="86868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B4584DA-7935-A9D1-3C9B-3A567854E6BC}"/>
              </a:ext>
            </a:extLst>
          </p:cNvPr>
          <p:cNvSpPr txBox="1"/>
          <p:nvPr/>
        </p:nvSpPr>
        <p:spPr>
          <a:xfrm flipH="1">
            <a:off x="8932116" y="1678686"/>
            <a:ext cx="2923129" cy="937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107 108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111 115 116</a:t>
            </a:r>
            <a:endParaRPr lang="en-US" sz="7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8BDFA232-EA87-2A62-2D44-187DCE1D50A7}"/>
              </a:ext>
            </a:extLst>
          </p:cNvPr>
          <p:cNvSpPr/>
          <p:nvPr/>
        </p:nvSpPr>
        <p:spPr>
          <a:xfrm>
            <a:off x="1371600" y="2560320"/>
            <a:ext cx="2011680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8064892F-3FCF-B97E-5402-01E22AA205D3}"/>
              </a:ext>
            </a:extLst>
          </p:cNvPr>
          <p:cNvSpPr/>
          <p:nvPr/>
        </p:nvSpPr>
        <p:spPr>
          <a:xfrm>
            <a:off x="3383280" y="2560320"/>
            <a:ext cx="2011680" cy="868680"/>
          </a:xfrm>
          <a:prstGeom prst="rect">
            <a:avLst/>
          </a:prstGeom>
          <a:solidFill>
            <a:srgbClr val="F9A82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7460B593-E95B-457F-09A7-01008D6034BB}"/>
              </a:ext>
            </a:extLst>
          </p:cNvPr>
          <p:cNvSpPr/>
          <p:nvPr/>
        </p:nvSpPr>
        <p:spPr>
          <a:xfrm>
            <a:off x="5394960" y="2560320"/>
            <a:ext cx="2011680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52B8580B-1E4D-6C11-DAD5-F376E8E54B5F}"/>
              </a:ext>
            </a:extLst>
          </p:cNvPr>
          <p:cNvSpPr/>
          <p:nvPr/>
        </p:nvSpPr>
        <p:spPr>
          <a:xfrm>
            <a:off x="7406640" y="2560320"/>
            <a:ext cx="2011680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840D3E4C-4DF8-B5A1-626D-0486A7AC9D54}"/>
              </a:ext>
            </a:extLst>
          </p:cNvPr>
          <p:cNvSpPr txBox="1"/>
          <p:nvPr/>
        </p:nvSpPr>
        <p:spPr>
          <a:xfrm>
            <a:off x="7452360" y="2606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</a:t>
            </a:r>
            <a:endParaRPr lang="en-US" sz="9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B1FAF40C-68A9-678C-ACA7-EDE040F4883E}"/>
              </a:ext>
            </a:extLst>
          </p:cNvPr>
          <p:cNvSpPr/>
          <p:nvPr/>
        </p:nvSpPr>
        <p:spPr>
          <a:xfrm>
            <a:off x="9418320" y="2560320"/>
            <a:ext cx="2011680" cy="86868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65931AC3-17D4-40EF-C05C-E67A6F3561C2}"/>
              </a:ext>
            </a:extLst>
          </p:cNvPr>
          <p:cNvSpPr txBox="1"/>
          <p:nvPr/>
        </p:nvSpPr>
        <p:spPr>
          <a:xfrm>
            <a:off x="9464040" y="2606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100 101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102 106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109 114</a:t>
            </a:r>
            <a:endParaRPr lang="en-US" sz="7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4724F185-9F19-68D2-8276-58455DEB9AC8}"/>
              </a:ext>
            </a:extLst>
          </p:cNvPr>
          <p:cNvSpPr/>
          <p:nvPr/>
        </p:nvSpPr>
        <p:spPr>
          <a:xfrm>
            <a:off x="1371600" y="3429000"/>
            <a:ext cx="2011680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354BBEBE-29D5-5750-6E7D-F30F4F43AFB1}"/>
              </a:ext>
            </a:extLst>
          </p:cNvPr>
          <p:cNvSpPr/>
          <p:nvPr/>
        </p:nvSpPr>
        <p:spPr>
          <a:xfrm>
            <a:off x="3383280" y="3429000"/>
            <a:ext cx="2011680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D6DC2CB6-A57C-47A5-9936-71DD30BCEC54}"/>
              </a:ext>
            </a:extLst>
          </p:cNvPr>
          <p:cNvSpPr/>
          <p:nvPr/>
        </p:nvSpPr>
        <p:spPr>
          <a:xfrm>
            <a:off x="5394960" y="3429000"/>
            <a:ext cx="2011680" cy="868680"/>
          </a:xfrm>
          <a:prstGeom prst="rect">
            <a:avLst/>
          </a:prstGeom>
          <a:solidFill>
            <a:srgbClr val="F9A82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A2F642B3-FAA5-F162-3B79-EE5FDF205F07}"/>
              </a:ext>
            </a:extLst>
          </p:cNvPr>
          <p:cNvSpPr/>
          <p:nvPr/>
        </p:nvSpPr>
        <p:spPr>
          <a:xfrm>
            <a:off x="7406640" y="3429000"/>
            <a:ext cx="2011680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B723BB28-9E0B-603E-8C57-3396CC34FFBA}"/>
              </a:ext>
            </a:extLst>
          </p:cNvPr>
          <p:cNvSpPr txBox="1"/>
          <p:nvPr/>
        </p:nvSpPr>
        <p:spPr>
          <a:xfrm>
            <a:off x="7452360" y="34747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90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091B295B-C5F9-0076-8233-DD91F847DDC7}"/>
              </a:ext>
            </a:extLst>
          </p:cNvPr>
          <p:cNvSpPr/>
          <p:nvPr/>
        </p:nvSpPr>
        <p:spPr>
          <a:xfrm>
            <a:off x="9418320" y="3429000"/>
            <a:ext cx="2011680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3B2D5DBB-9334-D45C-7422-3D31BA863C6B}"/>
              </a:ext>
            </a:extLst>
          </p:cNvPr>
          <p:cNvSpPr txBox="1"/>
          <p:nvPr/>
        </p:nvSpPr>
        <p:spPr>
          <a:xfrm>
            <a:off x="9464040" y="34747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</a:t>
            </a:r>
            <a:endParaRPr lang="en-US" sz="9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D67E89B2-373B-D58D-7C8F-64A746A96809}"/>
              </a:ext>
            </a:extLst>
          </p:cNvPr>
          <p:cNvSpPr/>
          <p:nvPr/>
        </p:nvSpPr>
        <p:spPr>
          <a:xfrm>
            <a:off x="1371600" y="4297680"/>
            <a:ext cx="2011680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514BC20F-FDF9-5398-9FCC-9A77DC56A930}"/>
              </a:ext>
            </a:extLst>
          </p:cNvPr>
          <p:cNvSpPr/>
          <p:nvPr/>
        </p:nvSpPr>
        <p:spPr>
          <a:xfrm>
            <a:off x="3383280" y="4297680"/>
            <a:ext cx="2011680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C1060CE3-6088-1430-AF02-1165E5ADB6C5}"/>
              </a:ext>
            </a:extLst>
          </p:cNvPr>
          <p:cNvSpPr/>
          <p:nvPr/>
        </p:nvSpPr>
        <p:spPr>
          <a:xfrm>
            <a:off x="5394960" y="4297680"/>
            <a:ext cx="2011680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39B3ECAB-C31F-7BAF-874C-CE65936EBBAC}"/>
              </a:ext>
            </a:extLst>
          </p:cNvPr>
          <p:cNvSpPr/>
          <p:nvPr/>
        </p:nvSpPr>
        <p:spPr>
          <a:xfrm>
            <a:off x="7406640" y="4297680"/>
            <a:ext cx="2011680" cy="868680"/>
          </a:xfrm>
          <a:prstGeom prst="rect">
            <a:avLst/>
          </a:prstGeom>
          <a:solidFill>
            <a:srgbClr val="F9A82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5723436C-C278-DF13-37EC-314CE31AF6BC}"/>
              </a:ext>
            </a:extLst>
          </p:cNvPr>
          <p:cNvSpPr txBox="1"/>
          <p:nvPr/>
        </p:nvSpPr>
        <p:spPr>
          <a:xfrm>
            <a:off x="7452360" y="43434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900" dirty="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70F5801D-F1FE-3D9D-621D-83A882A1A17B}"/>
              </a:ext>
            </a:extLst>
          </p:cNvPr>
          <p:cNvSpPr/>
          <p:nvPr/>
        </p:nvSpPr>
        <p:spPr>
          <a:xfrm>
            <a:off x="9418320" y="4297680"/>
            <a:ext cx="2011680" cy="868680"/>
          </a:xfrm>
          <a:prstGeom prst="rect">
            <a:avLst/>
          </a:prstGeom>
          <a:solidFill>
            <a:srgbClr val="F9A82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AB31B6EE-2FC7-D0B3-19F9-6C63D1FA39D5}"/>
              </a:ext>
            </a:extLst>
          </p:cNvPr>
          <p:cNvSpPr txBox="1"/>
          <p:nvPr/>
        </p:nvSpPr>
        <p:spPr>
          <a:xfrm>
            <a:off x="9464040" y="43434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105 110</a:t>
            </a:r>
            <a:endParaRPr lang="en-US" sz="900" dirty="0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9AF1D22C-75A4-4F1C-8474-B5618ADFB937}"/>
              </a:ext>
            </a:extLst>
          </p:cNvPr>
          <p:cNvSpPr/>
          <p:nvPr/>
        </p:nvSpPr>
        <p:spPr>
          <a:xfrm>
            <a:off x="1371600" y="5166360"/>
            <a:ext cx="2011680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2427B664-043D-C446-8CFF-52803C4A0154}"/>
              </a:ext>
            </a:extLst>
          </p:cNvPr>
          <p:cNvSpPr/>
          <p:nvPr/>
        </p:nvSpPr>
        <p:spPr>
          <a:xfrm>
            <a:off x="3383280" y="5166360"/>
            <a:ext cx="2011680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10CABC73-6F9D-1073-62E7-360534810B74}"/>
              </a:ext>
            </a:extLst>
          </p:cNvPr>
          <p:cNvSpPr/>
          <p:nvPr/>
        </p:nvSpPr>
        <p:spPr>
          <a:xfrm>
            <a:off x="5394960" y="5166360"/>
            <a:ext cx="2011680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147524F1-9844-A524-5BAA-B2392D3F0422}"/>
              </a:ext>
            </a:extLst>
          </p:cNvPr>
          <p:cNvSpPr/>
          <p:nvPr/>
        </p:nvSpPr>
        <p:spPr>
          <a:xfrm>
            <a:off x="7406640" y="5166360"/>
            <a:ext cx="2011680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5EF37ABD-DAA8-5F1B-9849-3284A54BBC38}"/>
              </a:ext>
            </a:extLst>
          </p:cNvPr>
          <p:cNvSpPr/>
          <p:nvPr/>
        </p:nvSpPr>
        <p:spPr>
          <a:xfrm>
            <a:off x="9418320" y="5166360"/>
            <a:ext cx="2011680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1DFED978-6A23-7E99-8873-FEAE28B9F91F}"/>
              </a:ext>
            </a:extLst>
          </p:cNvPr>
          <p:cNvSpPr txBox="1"/>
          <p:nvPr/>
        </p:nvSpPr>
        <p:spPr>
          <a:xfrm rot="16200000">
            <a:off x="182880" y="3657600"/>
            <a:ext cx="914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LIKELIHOOD</a:t>
            </a:r>
            <a:endParaRPr lang="en-US" sz="800" dirty="0"/>
          </a:p>
        </p:txBody>
      </p:sp>
      <p:graphicFrame>
        <p:nvGraphicFramePr>
          <p:cNvPr id="63" name="Table 63">
            <a:extLst>
              <a:ext uri="{FF2B5EF4-FFF2-40B4-BE49-F238E27FC236}">
                <a16:creationId xmlns:a16="http://schemas.microsoft.com/office/drawing/2014/main" id="{AB2EC2D0-FD71-C6DE-0EB1-62E015410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321500"/>
              </p:ext>
            </p:extLst>
          </p:nvPr>
        </p:nvGraphicFramePr>
        <p:xfrm>
          <a:off x="1774952" y="6319682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94805351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1000469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39096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30986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CRITICAL  20 - 25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HIGH 12 - 19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/>
                          </a:solidFill>
                        </a:rPr>
                        <a:t>MEDIUM 8 - 11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LOW 1 - 7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33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2054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BE468FB-22B4-82EB-E8F3-935E5A7A38EF}"/>
              </a:ext>
            </a:extLst>
          </p:cNvPr>
          <p:cNvSpPr/>
          <p:nvPr/>
        </p:nvSpPr>
        <p:spPr>
          <a:xfrm>
            <a:off x="0" y="-107675"/>
            <a:ext cx="12157788" cy="710563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A549450-0ED2-4D2D-C075-440242DD8AB5}"/>
              </a:ext>
            </a:extLst>
          </p:cNvPr>
          <p:cNvSpPr/>
          <p:nvPr/>
        </p:nvSpPr>
        <p:spPr>
          <a:xfrm>
            <a:off x="34212" y="175260"/>
            <a:ext cx="12058262" cy="10972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41BBAC3-C19B-BAFF-A2C2-4054EE4307EA}"/>
              </a:ext>
            </a:extLst>
          </p:cNvPr>
          <p:cNvSpPr txBox="1"/>
          <p:nvPr/>
        </p:nvSpPr>
        <p:spPr>
          <a:xfrm>
            <a:off x="569166" y="243840"/>
            <a:ext cx="1000739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Recommendations — Board Approval Required</a:t>
            </a:r>
            <a:endParaRPr lang="en-US" sz="2200" dirty="0">
              <a:solidFill>
                <a:srgbClr val="002060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89DA6A1-AF40-B5D0-9973-5B7FBAD65EC2}"/>
              </a:ext>
            </a:extLst>
          </p:cNvPr>
          <p:cNvSpPr txBox="1"/>
          <p:nvPr/>
        </p:nvSpPr>
        <p:spPr>
          <a:xfrm>
            <a:off x="10576560" y="275844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87232AE-332A-7765-FBF9-4CF231508DC6}"/>
              </a:ext>
            </a:extLst>
          </p:cNvPr>
          <p:cNvSpPr/>
          <p:nvPr/>
        </p:nvSpPr>
        <p:spPr>
          <a:xfrm>
            <a:off x="518160" y="1386840"/>
            <a:ext cx="457200" cy="384048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FF20B23-5924-9A45-47E2-566390B037CE}"/>
              </a:ext>
            </a:extLst>
          </p:cNvPr>
          <p:cNvSpPr txBox="1"/>
          <p:nvPr/>
        </p:nvSpPr>
        <p:spPr>
          <a:xfrm>
            <a:off x="518160" y="1386840"/>
            <a:ext cx="457200" cy="384048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3AF4829-CD12-2DDE-A4CD-94C513697A91}"/>
              </a:ext>
            </a:extLst>
          </p:cNvPr>
          <p:cNvSpPr/>
          <p:nvPr/>
        </p:nvSpPr>
        <p:spPr>
          <a:xfrm>
            <a:off x="975360" y="1386840"/>
            <a:ext cx="7498080" cy="384048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7D80337-C059-E592-71E8-74338F130A9C}"/>
              </a:ext>
            </a:extLst>
          </p:cNvPr>
          <p:cNvSpPr txBox="1"/>
          <p:nvPr/>
        </p:nvSpPr>
        <p:spPr>
          <a:xfrm>
            <a:off x="975360" y="1386840"/>
            <a:ext cx="7498080" cy="384048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A0941C2-2BE0-66C7-5798-7695E40E4370}"/>
              </a:ext>
            </a:extLst>
          </p:cNvPr>
          <p:cNvSpPr/>
          <p:nvPr/>
        </p:nvSpPr>
        <p:spPr>
          <a:xfrm>
            <a:off x="8473440" y="1386840"/>
            <a:ext cx="1828800" cy="384048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E691D73-C95E-983C-6468-20EE76AD1E30}"/>
              </a:ext>
            </a:extLst>
          </p:cNvPr>
          <p:cNvSpPr txBox="1"/>
          <p:nvPr/>
        </p:nvSpPr>
        <p:spPr>
          <a:xfrm>
            <a:off x="8473440" y="1386840"/>
            <a:ext cx="1828800" cy="384048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E81EE21-51CF-143A-7CBE-15BF0F601FD3}"/>
              </a:ext>
            </a:extLst>
          </p:cNvPr>
          <p:cNvSpPr/>
          <p:nvPr/>
        </p:nvSpPr>
        <p:spPr>
          <a:xfrm>
            <a:off x="10302240" y="1386840"/>
            <a:ext cx="1554480" cy="384048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EFCD221-1A85-2B91-1FF6-B3A89E6CA6D7}"/>
              </a:ext>
            </a:extLst>
          </p:cNvPr>
          <p:cNvSpPr txBox="1"/>
          <p:nvPr/>
        </p:nvSpPr>
        <p:spPr>
          <a:xfrm>
            <a:off x="10302240" y="1386840"/>
            <a:ext cx="1554480" cy="384048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</a:t>
            </a:r>
            <a:endParaRPr lang="en-US" sz="1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DB62346-155F-C561-580F-130F7AA82D4A}"/>
              </a:ext>
            </a:extLst>
          </p:cNvPr>
          <p:cNvSpPr/>
          <p:nvPr/>
        </p:nvSpPr>
        <p:spPr>
          <a:xfrm>
            <a:off x="518160" y="1770888"/>
            <a:ext cx="457200" cy="420624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7927E8C-1984-B634-BA8F-21F516A5C743}"/>
              </a:ext>
            </a:extLst>
          </p:cNvPr>
          <p:cNvSpPr txBox="1"/>
          <p:nvPr/>
        </p:nvSpPr>
        <p:spPr>
          <a:xfrm>
            <a:off x="518160" y="177088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89B2646-9567-5BA8-56EB-B2FCC02A83D8}"/>
              </a:ext>
            </a:extLst>
          </p:cNvPr>
          <p:cNvSpPr/>
          <p:nvPr/>
        </p:nvSpPr>
        <p:spPr>
          <a:xfrm>
            <a:off x="975360" y="1770888"/>
            <a:ext cx="7498080" cy="420624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237AD0B-E376-8F88-2C0A-90D526DF1AE5}"/>
              </a:ext>
            </a:extLst>
          </p:cNvPr>
          <p:cNvSpPr txBox="1"/>
          <p:nvPr/>
        </p:nvSpPr>
        <p:spPr>
          <a:xfrm>
            <a:off x="1066800" y="1770888"/>
            <a:ext cx="7360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FraudShield auto-freezes</a:t>
            </a:r>
            <a:endParaRPr lang="en-US" sz="10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6D51049-A22A-E9A1-F84A-023856FAC68B}"/>
              </a:ext>
            </a:extLst>
          </p:cNvPr>
          <p:cNvSpPr/>
          <p:nvPr/>
        </p:nvSpPr>
        <p:spPr>
          <a:xfrm>
            <a:off x="8473440" y="1770888"/>
            <a:ext cx="1828800" cy="420624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4ECAEA7-711C-FC4C-3533-CA8BB4DAAB47}"/>
              </a:ext>
            </a:extLst>
          </p:cNvPr>
          <p:cNvSpPr txBox="1"/>
          <p:nvPr/>
        </p:nvSpPr>
        <p:spPr>
          <a:xfrm>
            <a:off x="8473440" y="177088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</a:t>
            </a:r>
            <a:endParaRPr lang="en-US" sz="9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2A9F15A-738E-25CB-4447-CEAEE82CE8F5}"/>
              </a:ext>
            </a:extLst>
          </p:cNvPr>
          <p:cNvSpPr/>
          <p:nvPr/>
        </p:nvSpPr>
        <p:spPr>
          <a:xfrm>
            <a:off x="10302240" y="1770888"/>
            <a:ext cx="1554480" cy="420624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E3A2531-BCA5-14FD-C74B-9D6BBDCFC84F}"/>
              </a:ext>
            </a:extLst>
          </p:cNvPr>
          <p:cNvSpPr txBox="1"/>
          <p:nvPr/>
        </p:nvSpPr>
        <p:spPr>
          <a:xfrm>
            <a:off x="10302240" y="177088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</a:t>
            </a:r>
            <a:endParaRPr lang="en-US" sz="9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38789368-21BC-33D1-3CB3-E4343C228607}"/>
              </a:ext>
            </a:extLst>
          </p:cNvPr>
          <p:cNvSpPr/>
          <p:nvPr/>
        </p:nvSpPr>
        <p:spPr>
          <a:xfrm>
            <a:off x="518160" y="2246376"/>
            <a:ext cx="457200" cy="420624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434F8A5-F1FF-9C73-F7EF-10B24753FDF2}"/>
              </a:ext>
            </a:extLst>
          </p:cNvPr>
          <p:cNvSpPr txBox="1"/>
          <p:nvPr/>
        </p:nvSpPr>
        <p:spPr>
          <a:xfrm>
            <a:off x="518160" y="224637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ACA0DDE0-4D55-37C2-69F8-55C07215E991}"/>
              </a:ext>
            </a:extLst>
          </p:cNvPr>
          <p:cNvSpPr/>
          <p:nvPr/>
        </p:nvSpPr>
        <p:spPr>
          <a:xfrm>
            <a:off x="975360" y="2246376"/>
            <a:ext cx="7498080" cy="420624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74867BC8-DB35-7507-4410-2D56E9185A7E}"/>
              </a:ext>
            </a:extLst>
          </p:cNvPr>
          <p:cNvSpPr txBox="1"/>
          <p:nvPr/>
        </p:nvSpPr>
        <p:spPr>
          <a:xfrm>
            <a:off x="1066800" y="2246376"/>
            <a:ext cx="7360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 all AWS S3 buckets</a:t>
            </a:r>
            <a:endParaRPr lang="en-US" sz="10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344AD66C-D52C-91C5-C830-CC98C0AB118A}"/>
              </a:ext>
            </a:extLst>
          </p:cNvPr>
          <p:cNvSpPr/>
          <p:nvPr/>
        </p:nvSpPr>
        <p:spPr>
          <a:xfrm>
            <a:off x="8473440" y="2246376"/>
            <a:ext cx="1828800" cy="420624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78A0A3C-C4AF-4F07-B7FA-C3936A2A915E}"/>
              </a:ext>
            </a:extLst>
          </p:cNvPr>
          <p:cNvSpPr txBox="1"/>
          <p:nvPr/>
        </p:nvSpPr>
        <p:spPr>
          <a:xfrm>
            <a:off x="8473440" y="22463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Manager</a:t>
            </a:r>
            <a:endParaRPr lang="en-US" sz="9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0798949-D724-4447-91E7-C3D210940EE5}"/>
              </a:ext>
            </a:extLst>
          </p:cNvPr>
          <p:cNvSpPr/>
          <p:nvPr/>
        </p:nvSpPr>
        <p:spPr>
          <a:xfrm>
            <a:off x="10302240" y="2246376"/>
            <a:ext cx="1554480" cy="420624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8323C39B-ECCC-F672-0350-044137A0492D}"/>
              </a:ext>
            </a:extLst>
          </p:cNvPr>
          <p:cNvSpPr txBox="1"/>
          <p:nvPr/>
        </p:nvSpPr>
        <p:spPr>
          <a:xfrm>
            <a:off x="10302240" y="224637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</a:t>
            </a:r>
            <a:endParaRPr lang="en-US" sz="9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DA495220-9DA0-6891-9219-CA4B232CCC19}"/>
              </a:ext>
            </a:extLst>
          </p:cNvPr>
          <p:cNvSpPr/>
          <p:nvPr/>
        </p:nvSpPr>
        <p:spPr>
          <a:xfrm>
            <a:off x="518160" y="2721864"/>
            <a:ext cx="457200" cy="420624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88110D50-224D-1FE3-E98A-A62BC4325DE0}"/>
              </a:ext>
            </a:extLst>
          </p:cNvPr>
          <p:cNvSpPr txBox="1"/>
          <p:nvPr/>
        </p:nvSpPr>
        <p:spPr>
          <a:xfrm>
            <a:off x="518160" y="272186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556966EB-0C12-155C-E62A-6AC17D23EED6}"/>
              </a:ext>
            </a:extLst>
          </p:cNvPr>
          <p:cNvSpPr/>
          <p:nvPr/>
        </p:nvSpPr>
        <p:spPr>
          <a:xfrm>
            <a:off x="975360" y="2721864"/>
            <a:ext cx="7498080" cy="420624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7AB2C14C-43D2-FF33-E3CE-53C91804181D}"/>
              </a:ext>
            </a:extLst>
          </p:cNvPr>
          <p:cNvSpPr txBox="1"/>
          <p:nvPr/>
        </p:nvSpPr>
        <p:spPr>
          <a:xfrm>
            <a:off x="1066800" y="2721864"/>
            <a:ext cx="7360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NexaBot DPA</a:t>
            </a:r>
            <a:endParaRPr lang="en-US" sz="10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7C5C2A99-4DC5-0E39-3178-8D00288CA8BC}"/>
              </a:ext>
            </a:extLst>
          </p:cNvPr>
          <p:cNvSpPr/>
          <p:nvPr/>
        </p:nvSpPr>
        <p:spPr>
          <a:xfrm>
            <a:off x="8473440" y="2721864"/>
            <a:ext cx="1828800" cy="420624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2026C231-88AA-F688-88C3-6C00D5D98991}"/>
              </a:ext>
            </a:extLst>
          </p:cNvPr>
          <p:cNvSpPr txBox="1"/>
          <p:nvPr/>
        </p:nvSpPr>
        <p:spPr>
          <a:xfrm>
            <a:off x="8473440" y="272186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DPO</a:t>
            </a:r>
            <a:endParaRPr lang="en-US" sz="9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45E5977D-A645-D91E-22B0-6B86867E7F3C}"/>
              </a:ext>
            </a:extLst>
          </p:cNvPr>
          <p:cNvSpPr/>
          <p:nvPr/>
        </p:nvSpPr>
        <p:spPr>
          <a:xfrm>
            <a:off x="10302240" y="2721864"/>
            <a:ext cx="1554480" cy="420624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A295B193-5C82-1D35-E331-C0EF5A3ACFF8}"/>
              </a:ext>
            </a:extLst>
          </p:cNvPr>
          <p:cNvSpPr txBox="1"/>
          <p:nvPr/>
        </p:nvSpPr>
        <p:spPr>
          <a:xfrm>
            <a:off x="10302240" y="272186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</a:t>
            </a:r>
            <a:endParaRPr lang="en-US" sz="9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7DE94D96-BA9A-C2FF-0073-544162BF74C5}"/>
              </a:ext>
            </a:extLst>
          </p:cNvPr>
          <p:cNvSpPr/>
          <p:nvPr/>
        </p:nvSpPr>
        <p:spPr>
          <a:xfrm>
            <a:off x="518160" y="3197352"/>
            <a:ext cx="457200" cy="420624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95F899FE-4367-AF2E-F73E-744579E73119}"/>
              </a:ext>
            </a:extLst>
          </p:cNvPr>
          <p:cNvSpPr txBox="1"/>
          <p:nvPr/>
        </p:nvSpPr>
        <p:spPr>
          <a:xfrm>
            <a:off x="518160" y="319735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1A67320B-319A-2EC1-BD1D-333AB09C6969}"/>
              </a:ext>
            </a:extLst>
          </p:cNvPr>
          <p:cNvSpPr/>
          <p:nvPr/>
        </p:nvSpPr>
        <p:spPr>
          <a:xfrm>
            <a:off x="975360" y="3197352"/>
            <a:ext cx="7498080" cy="420624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16F80DDE-7927-AA10-3EEA-2521B016FEAD}"/>
              </a:ext>
            </a:extLst>
          </p:cNvPr>
          <p:cNvSpPr txBox="1"/>
          <p:nvPr/>
        </p:nvSpPr>
        <p:spPr>
          <a:xfrm>
            <a:off x="1066800" y="3197352"/>
            <a:ext cx="7360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 CISO and DPO</a:t>
            </a:r>
            <a:endParaRPr lang="en-US" sz="100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3B1B0E5B-17D7-D479-F2D6-5770F61BC55B}"/>
              </a:ext>
            </a:extLst>
          </p:cNvPr>
          <p:cNvSpPr/>
          <p:nvPr/>
        </p:nvSpPr>
        <p:spPr>
          <a:xfrm>
            <a:off x="8473440" y="3197352"/>
            <a:ext cx="1828800" cy="420624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9982D293-1698-11BD-9EBF-E6E90CF062D5}"/>
              </a:ext>
            </a:extLst>
          </p:cNvPr>
          <p:cNvSpPr txBox="1"/>
          <p:nvPr/>
        </p:nvSpPr>
        <p:spPr>
          <a:xfrm>
            <a:off x="8473440" y="319735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3E3D4CE2-F22B-19B0-C8EF-B00E990BA341}"/>
              </a:ext>
            </a:extLst>
          </p:cNvPr>
          <p:cNvSpPr/>
          <p:nvPr/>
        </p:nvSpPr>
        <p:spPr>
          <a:xfrm>
            <a:off x="10302240" y="3197352"/>
            <a:ext cx="1554480" cy="420624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3B82D344-17D2-BBF2-E3E3-0AC96D96A58D}"/>
              </a:ext>
            </a:extLst>
          </p:cNvPr>
          <p:cNvSpPr txBox="1"/>
          <p:nvPr/>
        </p:nvSpPr>
        <p:spPr>
          <a:xfrm>
            <a:off x="10302240" y="319735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2026</a:t>
            </a:r>
            <a:endParaRPr lang="en-US" sz="9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5B581763-09C3-45E3-B4AF-752333159C28}"/>
              </a:ext>
            </a:extLst>
          </p:cNvPr>
          <p:cNvSpPr/>
          <p:nvPr/>
        </p:nvSpPr>
        <p:spPr>
          <a:xfrm>
            <a:off x="518160" y="3672840"/>
            <a:ext cx="457200" cy="420624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6DCE4DF2-A6D7-2304-5CF8-1986C0BD6732}"/>
              </a:ext>
            </a:extLst>
          </p:cNvPr>
          <p:cNvSpPr txBox="1"/>
          <p:nvPr/>
        </p:nvSpPr>
        <p:spPr>
          <a:xfrm>
            <a:off x="518160" y="36728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0BEB9C14-E53C-B1BA-28F8-BF0E3F117E05}"/>
              </a:ext>
            </a:extLst>
          </p:cNvPr>
          <p:cNvSpPr/>
          <p:nvPr/>
        </p:nvSpPr>
        <p:spPr>
          <a:xfrm>
            <a:off x="975360" y="3672840"/>
            <a:ext cx="7498080" cy="420624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CC41583B-8BD1-46F0-AA3E-62353EC10406}"/>
              </a:ext>
            </a:extLst>
          </p:cNvPr>
          <p:cNvSpPr txBox="1"/>
          <p:nvPr/>
        </p:nvSpPr>
        <p:spPr>
          <a:xfrm>
            <a:off x="1066800" y="3672840"/>
            <a:ext cx="7360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access review — revoke ex-employee access</a:t>
            </a:r>
            <a:endParaRPr lang="en-US" sz="10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B3FDFF1E-FFB5-6890-49E4-8D7FFBF1633C}"/>
              </a:ext>
            </a:extLst>
          </p:cNvPr>
          <p:cNvSpPr/>
          <p:nvPr/>
        </p:nvSpPr>
        <p:spPr>
          <a:xfrm>
            <a:off x="8473440" y="3672840"/>
            <a:ext cx="1828800" cy="420624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058EF738-5C34-C71A-1E08-9995D9163A3C}"/>
              </a:ext>
            </a:extLst>
          </p:cNvPr>
          <p:cNvSpPr txBox="1"/>
          <p:nvPr/>
        </p:nvSpPr>
        <p:spPr>
          <a:xfrm>
            <a:off x="8473440" y="367284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Manager</a:t>
            </a:r>
            <a:endParaRPr lang="en-US" sz="9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7009A5E7-867D-0207-FB1A-ACE303276F63}"/>
              </a:ext>
            </a:extLst>
          </p:cNvPr>
          <p:cNvSpPr/>
          <p:nvPr/>
        </p:nvSpPr>
        <p:spPr>
          <a:xfrm>
            <a:off x="10302240" y="3672840"/>
            <a:ext cx="1554480" cy="420624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2F05E702-C5AD-6382-1EAF-A0925AB5C7B3}"/>
              </a:ext>
            </a:extLst>
          </p:cNvPr>
          <p:cNvSpPr txBox="1"/>
          <p:nvPr/>
        </p:nvSpPr>
        <p:spPr>
          <a:xfrm>
            <a:off x="10302240" y="367284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2026</a:t>
            </a:r>
            <a:endParaRPr lang="en-US" sz="9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B8C4872D-44A6-E6AC-FF6A-465FE84D368B}"/>
              </a:ext>
            </a:extLst>
          </p:cNvPr>
          <p:cNvSpPr/>
          <p:nvPr/>
        </p:nvSpPr>
        <p:spPr>
          <a:xfrm>
            <a:off x="518160" y="4148328"/>
            <a:ext cx="457200" cy="420624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F6AC934C-F356-E330-24B3-3C69320AB108}"/>
              </a:ext>
            </a:extLst>
          </p:cNvPr>
          <p:cNvSpPr txBox="1"/>
          <p:nvPr/>
        </p:nvSpPr>
        <p:spPr>
          <a:xfrm>
            <a:off x="518160" y="414832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9C398670-AEE9-F2F9-5089-6A2E012092DA}"/>
              </a:ext>
            </a:extLst>
          </p:cNvPr>
          <p:cNvSpPr/>
          <p:nvPr/>
        </p:nvSpPr>
        <p:spPr>
          <a:xfrm>
            <a:off x="975360" y="4148328"/>
            <a:ext cx="7498080" cy="420624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993F159E-F9D6-0B31-0A64-C4CF00573B96}"/>
              </a:ext>
            </a:extLst>
          </p:cNvPr>
          <p:cNvSpPr txBox="1"/>
          <p:nvPr/>
        </p:nvSpPr>
        <p:spPr>
          <a:xfrm>
            <a:off x="1066800" y="4148328"/>
            <a:ext cx="7360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MFA across all systems</a:t>
            </a:r>
            <a:endParaRPr lang="en-US" sz="100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D6A40E00-137B-E089-0494-E0B3E18295C9}"/>
              </a:ext>
            </a:extLst>
          </p:cNvPr>
          <p:cNvSpPr/>
          <p:nvPr/>
        </p:nvSpPr>
        <p:spPr>
          <a:xfrm>
            <a:off x="8473440" y="4148328"/>
            <a:ext cx="1828800" cy="420624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DBD124B2-5915-89D7-A4B0-5C4A803E4089}"/>
              </a:ext>
            </a:extLst>
          </p:cNvPr>
          <p:cNvSpPr txBox="1"/>
          <p:nvPr/>
        </p:nvSpPr>
        <p:spPr>
          <a:xfrm>
            <a:off x="8473440" y="414832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Manager</a:t>
            </a:r>
            <a:endParaRPr lang="en-US" sz="900" dirty="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EB607448-AE40-B2EB-FE85-602E8FE6235D}"/>
              </a:ext>
            </a:extLst>
          </p:cNvPr>
          <p:cNvSpPr/>
          <p:nvPr/>
        </p:nvSpPr>
        <p:spPr>
          <a:xfrm>
            <a:off x="10302240" y="4148328"/>
            <a:ext cx="1554480" cy="420624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15C04438-1620-0637-3CC9-CDE0FC8BE3AF}"/>
              </a:ext>
            </a:extLst>
          </p:cNvPr>
          <p:cNvSpPr txBox="1"/>
          <p:nvPr/>
        </p:nvSpPr>
        <p:spPr>
          <a:xfrm>
            <a:off x="10302240" y="414832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2026</a:t>
            </a:r>
            <a:endParaRPr lang="en-US" sz="900" dirty="0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57DBF211-4450-A36D-B339-938094C305C9}"/>
              </a:ext>
            </a:extLst>
          </p:cNvPr>
          <p:cNvSpPr/>
          <p:nvPr/>
        </p:nvSpPr>
        <p:spPr>
          <a:xfrm>
            <a:off x="518160" y="4623816"/>
            <a:ext cx="457200" cy="420624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E458C198-21C2-11C8-9B92-35D78087AB11}"/>
              </a:ext>
            </a:extLst>
          </p:cNvPr>
          <p:cNvSpPr txBox="1"/>
          <p:nvPr/>
        </p:nvSpPr>
        <p:spPr>
          <a:xfrm>
            <a:off x="518160" y="462381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F534F665-C575-46B8-FC03-103F4CECED5B}"/>
              </a:ext>
            </a:extLst>
          </p:cNvPr>
          <p:cNvSpPr/>
          <p:nvPr/>
        </p:nvSpPr>
        <p:spPr>
          <a:xfrm>
            <a:off x="975360" y="4623816"/>
            <a:ext cx="7498080" cy="420624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A677B259-AA43-2880-6AB1-209159E9388D}"/>
              </a:ext>
            </a:extLst>
          </p:cNvPr>
          <p:cNvSpPr txBox="1"/>
          <p:nvPr/>
        </p:nvSpPr>
        <p:spPr>
          <a:xfrm>
            <a:off x="1066800" y="4623816"/>
            <a:ext cx="7360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Incident Response Plan and BCP</a:t>
            </a:r>
            <a:endParaRPr lang="en-US" sz="1000" dirty="0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22A44530-14D3-B82D-F87B-CC72FAC1EC1C}"/>
              </a:ext>
            </a:extLst>
          </p:cNvPr>
          <p:cNvSpPr/>
          <p:nvPr/>
        </p:nvSpPr>
        <p:spPr>
          <a:xfrm>
            <a:off x="8473440" y="4623816"/>
            <a:ext cx="1828800" cy="420624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EA2A7061-37D8-F243-46F5-E7F2004C1B38}"/>
              </a:ext>
            </a:extLst>
          </p:cNvPr>
          <p:cNvSpPr txBox="1"/>
          <p:nvPr/>
        </p:nvSpPr>
        <p:spPr>
          <a:xfrm>
            <a:off x="8473440" y="462381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</a:t>
            </a:r>
            <a:endParaRPr lang="en-US" sz="900" dirty="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0015D6E1-6305-D59E-8363-419FAED66F23}"/>
              </a:ext>
            </a:extLst>
          </p:cNvPr>
          <p:cNvSpPr/>
          <p:nvPr/>
        </p:nvSpPr>
        <p:spPr>
          <a:xfrm>
            <a:off x="10302240" y="4623816"/>
            <a:ext cx="1554480" cy="420624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7B05A829-D976-F2BE-AC65-8706F5935FEB}"/>
              </a:ext>
            </a:extLst>
          </p:cNvPr>
          <p:cNvSpPr txBox="1"/>
          <p:nvPr/>
        </p:nvSpPr>
        <p:spPr>
          <a:xfrm>
            <a:off x="10302240" y="462381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2026</a:t>
            </a:r>
            <a:endParaRPr lang="en-US" sz="900" dirty="0"/>
          </a:p>
        </p:txBody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5E5F2D9B-0BF7-733B-94F7-53EEC07B013F}"/>
              </a:ext>
            </a:extLst>
          </p:cNvPr>
          <p:cNvSpPr/>
          <p:nvPr/>
        </p:nvSpPr>
        <p:spPr>
          <a:xfrm>
            <a:off x="518160" y="5099304"/>
            <a:ext cx="457200" cy="420624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B8AC5A8C-2CA2-38EE-B911-DFCAF9992C65}"/>
              </a:ext>
            </a:extLst>
          </p:cNvPr>
          <p:cNvSpPr txBox="1"/>
          <p:nvPr/>
        </p:nvSpPr>
        <p:spPr>
          <a:xfrm>
            <a:off x="518160" y="50993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E21DDA3C-C2D5-6ABC-3569-3024EF3F2F7D}"/>
              </a:ext>
            </a:extLst>
          </p:cNvPr>
          <p:cNvSpPr/>
          <p:nvPr/>
        </p:nvSpPr>
        <p:spPr>
          <a:xfrm>
            <a:off x="975360" y="5099304"/>
            <a:ext cx="7498080" cy="420624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D655693D-A0E7-5740-9161-06A0763FB018}"/>
              </a:ext>
            </a:extLst>
          </p:cNvPr>
          <p:cNvSpPr txBox="1"/>
          <p:nvPr/>
        </p:nvSpPr>
        <p:spPr>
          <a:xfrm>
            <a:off x="1066800" y="5099304"/>
            <a:ext cx="7360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awareness training for all 47 staff</a:t>
            </a:r>
            <a:endParaRPr lang="en-US" sz="1000" dirty="0"/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498FF473-1F93-D845-90AA-F5D1A98A9D39}"/>
              </a:ext>
            </a:extLst>
          </p:cNvPr>
          <p:cNvSpPr/>
          <p:nvPr/>
        </p:nvSpPr>
        <p:spPr>
          <a:xfrm>
            <a:off x="8473440" y="5099304"/>
            <a:ext cx="1828800" cy="420624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3B1D5E0B-93B0-11D8-6568-4334BA6ECC22}"/>
              </a:ext>
            </a:extLst>
          </p:cNvPr>
          <p:cNvSpPr txBox="1"/>
          <p:nvPr/>
        </p:nvSpPr>
        <p:spPr>
          <a:xfrm>
            <a:off x="8473440" y="509930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900" dirty="0"/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2D01577A-D58D-B4CA-1756-C6E48803E4EC}"/>
              </a:ext>
            </a:extLst>
          </p:cNvPr>
          <p:cNvSpPr/>
          <p:nvPr/>
        </p:nvSpPr>
        <p:spPr>
          <a:xfrm>
            <a:off x="10302240" y="5099304"/>
            <a:ext cx="1554480" cy="420624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1B564C73-DA49-59AF-363D-9FDA1AAC8460}"/>
              </a:ext>
            </a:extLst>
          </p:cNvPr>
          <p:cNvSpPr txBox="1"/>
          <p:nvPr/>
        </p:nvSpPr>
        <p:spPr>
          <a:xfrm>
            <a:off x="10302240" y="509930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2026</a:t>
            </a:r>
            <a:endParaRPr lang="en-US" sz="900" dirty="0"/>
          </a:p>
        </p:txBody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75F11C48-C2C7-AB1B-4C95-78A9166D47F2}"/>
              </a:ext>
            </a:extLst>
          </p:cNvPr>
          <p:cNvSpPr/>
          <p:nvPr/>
        </p:nvSpPr>
        <p:spPr>
          <a:xfrm>
            <a:off x="518160" y="5574792"/>
            <a:ext cx="457200" cy="420624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C9710CF2-8BC1-6C4A-F2F2-96AE731E78E1}"/>
              </a:ext>
            </a:extLst>
          </p:cNvPr>
          <p:cNvSpPr txBox="1"/>
          <p:nvPr/>
        </p:nvSpPr>
        <p:spPr>
          <a:xfrm>
            <a:off x="518160" y="557479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40AC5E81-02BC-3511-EDE3-5E5CA00146AC}"/>
              </a:ext>
            </a:extLst>
          </p:cNvPr>
          <p:cNvSpPr/>
          <p:nvPr/>
        </p:nvSpPr>
        <p:spPr>
          <a:xfrm>
            <a:off x="975360" y="5574792"/>
            <a:ext cx="7498080" cy="420624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1">
            <a:extLst>
              <a:ext uri="{FF2B5EF4-FFF2-40B4-BE49-F238E27FC236}">
                <a16:creationId xmlns:a16="http://schemas.microsoft.com/office/drawing/2014/main" id="{BE5DD425-19E7-2E8E-8407-EF8B0BF3962E}"/>
              </a:ext>
            </a:extLst>
          </p:cNvPr>
          <p:cNvSpPr txBox="1"/>
          <p:nvPr/>
        </p:nvSpPr>
        <p:spPr>
          <a:xfrm>
            <a:off x="1066800" y="5574792"/>
            <a:ext cx="7360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ROPA and DPIAs for AI systems</a:t>
            </a:r>
            <a:endParaRPr lang="en-US" sz="1000" dirty="0"/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84DFDB00-57EB-D38F-758E-3AADDCFC81C2}"/>
              </a:ext>
            </a:extLst>
          </p:cNvPr>
          <p:cNvSpPr/>
          <p:nvPr/>
        </p:nvSpPr>
        <p:spPr>
          <a:xfrm>
            <a:off x="8473440" y="5574792"/>
            <a:ext cx="1828800" cy="420624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3">
            <a:extLst>
              <a:ext uri="{FF2B5EF4-FFF2-40B4-BE49-F238E27FC236}">
                <a16:creationId xmlns:a16="http://schemas.microsoft.com/office/drawing/2014/main" id="{625A17E9-F53C-3C53-7E46-5BD037E9B3D2}"/>
              </a:ext>
            </a:extLst>
          </p:cNvPr>
          <p:cNvSpPr txBox="1"/>
          <p:nvPr/>
        </p:nvSpPr>
        <p:spPr>
          <a:xfrm>
            <a:off x="8473440" y="557479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DPO</a:t>
            </a:r>
            <a:endParaRPr lang="en-US" sz="900" dirty="0"/>
          </a:p>
        </p:txBody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84F55B29-CD0A-B831-CF22-231EDDEA816E}"/>
              </a:ext>
            </a:extLst>
          </p:cNvPr>
          <p:cNvSpPr/>
          <p:nvPr/>
        </p:nvSpPr>
        <p:spPr>
          <a:xfrm>
            <a:off x="10302240" y="5574792"/>
            <a:ext cx="1554480" cy="420624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5">
            <a:extLst>
              <a:ext uri="{FF2B5EF4-FFF2-40B4-BE49-F238E27FC236}">
                <a16:creationId xmlns:a16="http://schemas.microsoft.com/office/drawing/2014/main" id="{7A5D18E2-53F0-B39D-6ED1-34ECBE18284F}"/>
              </a:ext>
            </a:extLst>
          </p:cNvPr>
          <p:cNvSpPr txBox="1"/>
          <p:nvPr/>
        </p:nvSpPr>
        <p:spPr>
          <a:xfrm>
            <a:off x="10302240" y="557479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2026</a:t>
            </a:r>
            <a:endParaRPr lang="en-US" sz="900" dirty="0"/>
          </a:p>
        </p:txBody>
      </p:sp>
      <p:sp>
        <p:nvSpPr>
          <p:cNvPr id="88" name="Shape 86">
            <a:extLst>
              <a:ext uri="{FF2B5EF4-FFF2-40B4-BE49-F238E27FC236}">
                <a16:creationId xmlns:a16="http://schemas.microsoft.com/office/drawing/2014/main" id="{AAB325DD-6FB9-5698-68D4-8FE0181111ED}"/>
              </a:ext>
            </a:extLst>
          </p:cNvPr>
          <p:cNvSpPr/>
          <p:nvPr/>
        </p:nvSpPr>
        <p:spPr>
          <a:xfrm>
            <a:off x="518160" y="6050280"/>
            <a:ext cx="457200" cy="420624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7">
            <a:extLst>
              <a:ext uri="{FF2B5EF4-FFF2-40B4-BE49-F238E27FC236}">
                <a16:creationId xmlns:a16="http://schemas.microsoft.com/office/drawing/2014/main" id="{1EB00E60-D7FF-B88B-260C-16CD74CB9C25}"/>
              </a:ext>
            </a:extLst>
          </p:cNvPr>
          <p:cNvSpPr txBox="1"/>
          <p:nvPr/>
        </p:nvSpPr>
        <p:spPr>
          <a:xfrm>
            <a:off x="518160" y="605028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90" name="Shape 88">
            <a:extLst>
              <a:ext uri="{FF2B5EF4-FFF2-40B4-BE49-F238E27FC236}">
                <a16:creationId xmlns:a16="http://schemas.microsoft.com/office/drawing/2014/main" id="{9C3305A0-4D94-B6B5-390F-89F1E7854556}"/>
              </a:ext>
            </a:extLst>
          </p:cNvPr>
          <p:cNvSpPr/>
          <p:nvPr/>
        </p:nvSpPr>
        <p:spPr>
          <a:xfrm>
            <a:off x="975360" y="6050280"/>
            <a:ext cx="7498080" cy="420624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89">
            <a:extLst>
              <a:ext uri="{FF2B5EF4-FFF2-40B4-BE49-F238E27FC236}">
                <a16:creationId xmlns:a16="http://schemas.microsoft.com/office/drawing/2014/main" id="{2565814D-E57A-F198-FD27-4249FB8827A8}"/>
              </a:ext>
            </a:extLst>
          </p:cNvPr>
          <p:cNvSpPr txBox="1"/>
          <p:nvPr/>
        </p:nvSpPr>
        <p:spPr>
          <a:xfrm>
            <a:off x="1066800" y="6050280"/>
            <a:ext cx="7360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penetration test</a:t>
            </a:r>
            <a:endParaRPr lang="en-US" sz="1000" dirty="0"/>
          </a:p>
        </p:txBody>
      </p:sp>
      <p:sp>
        <p:nvSpPr>
          <p:cNvPr id="92" name="Shape 90">
            <a:extLst>
              <a:ext uri="{FF2B5EF4-FFF2-40B4-BE49-F238E27FC236}">
                <a16:creationId xmlns:a16="http://schemas.microsoft.com/office/drawing/2014/main" id="{003CB308-77C3-B931-4DFE-5089A25FB371}"/>
              </a:ext>
            </a:extLst>
          </p:cNvPr>
          <p:cNvSpPr/>
          <p:nvPr/>
        </p:nvSpPr>
        <p:spPr>
          <a:xfrm>
            <a:off x="8473440" y="6050280"/>
            <a:ext cx="1828800" cy="420624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56950725-6845-B5EC-D2E8-850ACBD443AA}"/>
              </a:ext>
            </a:extLst>
          </p:cNvPr>
          <p:cNvSpPr txBox="1"/>
          <p:nvPr/>
        </p:nvSpPr>
        <p:spPr>
          <a:xfrm>
            <a:off x="8473440" y="605028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CISO</a:t>
            </a:r>
            <a:endParaRPr lang="en-US" sz="900" dirty="0"/>
          </a:p>
        </p:txBody>
      </p:sp>
      <p:sp>
        <p:nvSpPr>
          <p:cNvPr id="94" name="Shape 92">
            <a:extLst>
              <a:ext uri="{FF2B5EF4-FFF2-40B4-BE49-F238E27FC236}">
                <a16:creationId xmlns:a16="http://schemas.microsoft.com/office/drawing/2014/main" id="{6ADB8546-7D51-51B8-2F2A-1EF9D07C3E2F}"/>
              </a:ext>
            </a:extLst>
          </p:cNvPr>
          <p:cNvSpPr/>
          <p:nvPr/>
        </p:nvSpPr>
        <p:spPr>
          <a:xfrm>
            <a:off x="10302240" y="6050280"/>
            <a:ext cx="1554480" cy="420624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C821C3F9-62F2-379B-6A0B-772911B28312}"/>
              </a:ext>
            </a:extLst>
          </p:cNvPr>
          <p:cNvSpPr txBox="1"/>
          <p:nvPr/>
        </p:nvSpPr>
        <p:spPr>
          <a:xfrm>
            <a:off x="10302240" y="605028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652174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B6D53D9-AD2D-4A97-DF10-D3C57C242C36}"/>
              </a:ext>
            </a:extLst>
          </p:cNvPr>
          <p:cNvSpPr/>
          <p:nvPr/>
        </p:nvSpPr>
        <p:spPr>
          <a:xfrm>
            <a:off x="-30480" y="0"/>
            <a:ext cx="121920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C7AA55E-9DBF-7D10-4011-727D84840ABA}"/>
              </a:ext>
            </a:extLst>
          </p:cNvPr>
          <p:cNvSpPr/>
          <p:nvPr/>
        </p:nvSpPr>
        <p:spPr>
          <a:xfrm>
            <a:off x="-30480" y="-46653"/>
            <a:ext cx="12192000" cy="10972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98CEE87-F532-71F5-FB10-66193CBC4CED}"/>
              </a:ext>
            </a:extLst>
          </p:cNvPr>
          <p:cNvSpPr txBox="1"/>
          <p:nvPr/>
        </p:nvSpPr>
        <p:spPr>
          <a:xfrm>
            <a:off x="391886" y="-1866"/>
            <a:ext cx="10001794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Required</a:t>
            </a:r>
            <a:endParaRPr lang="en-US" sz="2200" dirty="0">
              <a:solidFill>
                <a:srgbClr val="002060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9E7E65-22F7-8C86-9F48-FF39F6210A46}"/>
              </a:ext>
            </a:extLst>
          </p:cNvPr>
          <p:cNvSpPr txBox="1"/>
          <p:nvPr/>
        </p:nvSpPr>
        <p:spPr>
          <a:xfrm>
            <a:off x="10759440" y="914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67AA54F-F891-9743-96B1-E346FF83DFA1}"/>
              </a:ext>
            </a:extLst>
          </p:cNvPr>
          <p:cNvSpPr txBox="1"/>
          <p:nvPr/>
        </p:nvSpPr>
        <p:spPr>
          <a:xfrm>
            <a:off x="335280" y="1327747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Critical findings require process changes and configuration updates, not major spend. The biggest investment is people.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FD32445-EA20-4095-FCD2-603A3F03F370}"/>
              </a:ext>
            </a:extLst>
          </p:cNvPr>
          <p:cNvSpPr/>
          <p:nvPr/>
        </p:nvSpPr>
        <p:spPr>
          <a:xfrm>
            <a:off x="335280" y="1783080"/>
            <a:ext cx="2011680" cy="77724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427F068-983A-671E-D5B4-72BEA4737116}"/>
              </a:ext>
            </a:extLst>
          </p:cNvPr>
          <p:cNvSpPr txBox="1"/>
          <p:nvPr/>
        </p:nvSpPr>
        <p:spPr>
          <a:xfrm>
            <a:off x="426720" y="1783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12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CB0CBBB-FF84-9BB0-4905-EB3D25CED9F3}"/>
              </a:ext>
            </a:extLst>
          </p:cNvPr>
          <p:cNvSpPr/>
          <p:nvPr/>
        </p:nvSpPr>
        <p:spPr>
          <a:xfrm>
            <a:off x="2346960" y="1783080"/>
            <a:ext cx="1463040" cy="77724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8C84D0E-E4BF-42B6-E6B2-7C0FB9DB83A8}"/>
              </a:ext>
            </a:extLst>
          </p:cNvPr>
          <p:cNvSpPr txBox="1"/>
          <p:nvPr/>
        </p:nvSpPr>
        <p:spPr>
          <a:xfrm>
            <a:off x="2346960" y="17830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7D88AEB-D2F7-FB47-236E-4DDB19C043AD}"/>
              </a:ext>
            </a:extLst>
          </p:cNvPr>
          <p:cNvSpPr/>
          <p:nvPr/>
        </p:nvSpPr>
        <p:spPr>
          <a:xfrm>
            <a:off x="3810000" y="1783080"/>
            <a:ext cx="8412480" cy="77724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C2ECDDC-C9EC-6261-008B-5A912E65C03F}"/>
              </a:ext>
            </a:extLst>
          </p:cNvPr>
          <p:cNvSpPr txBox="1"/>
          <p:nvPr/>
        </p:nvSpPr>
        <p:spPr>
          <a:xfrm>
            <a:off x="3947160" y="185623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 CISO (£80-120k/yr) and DPO (£500-2,000/mo outsourced or £60-90k/yr internal). Single biggest investment but most critical.</a:t>
            </a:r>
            <a:endParaRPr lang="en-US" sz="9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CD65FF6-6F98-E134-C487-1E81CF4D3060}"/>
              </a:ext>
            </a:extLst>
          </p:cNvPr>
          <p:cNvSpPr/>
          <p:nvPr/>
        </p:nvSpPr>
        <p:spPr>
          <a:xfrm>
            <a:off x="335280" y="2679192"/>
            <a:ext cx="2011680" cy="777240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12F15C3-4E4C-E1A2-B52E-05D450DBE180}"/>
              </a:ext>
            </a:extLst>
          </p:cNvPr>
          <p:cNvSpPr txBox="1"/>
          <p:nvPr/>
        </p:nvSpPr>
        <p:spPr>
          <a:xfrm>
            <a:off x="426720" y="267919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D24DDD4-1D1A-50B1-19AA-91FC0D427F07}"/>
              </a:ext>
            </a:extLst>
          </p:cNvPr>
          <p:cNvSpPr/>
          <p:nvPr/>
        </p:nvSpPr>
        <p:spPr>
          <a:xfrm>
            <a:off x="2346960" y="2679192"/>
            <a:ext cx="1463040" cy="77724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C5F8C8C-35F4-ADB2-0178-809E53EC3B9D}"/>
              </a:ext>
            </a:extLst>
          </p:cNvPr>
          <p:cNvSpPr txBox="1"/>
          <p:nvPr/>
        </p:nvSpPr>
        <p:spPr>
          <a:xfrm>
            <a:off x="2346960" y="267919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200316F-7844-EB13-7E36-678CBF55141F}"/>
              </a:ext>
            </a:extLst>
          </p:cNvPr>
          <p:cNvSpPr/>
          <p:nvPr/>
        </p:nvSpPr>
        <p:spPr>
          <a:xfrm>
            <a:off x="3810000" y="2679192"/>
            <a:ext cx="8412480" cy="777240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B874BB3-AF86-61A3-7CCB-EAE9C6AC7C69}"/>
              </a:ext>
            </a:extLst>
          </p:cNvPr>
          <p:cNvSpPr txBox="1"/>
          <p:nvPr/>
        </p:nvSpPr>
        <p:spPr>
          <a:xfrm>
            <a:off x="3947160" y="2752344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 solution (£500-2,000/mo), EDR across 47 endpoints (£10-20/device/mo), Security awareness training platform (£500-2,000/yr).</a:t>
            </a:r>
            <a:endParaRPr lang="en-US" sz="9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DE60275-0885-9074-3EE3-DF30409ED758}"/>
              </a:ext>
            </a:extLst>
          </p:cNvPr>
          <p:cNvSpPr/>
          <p:nvPr/>
        </p:nvSpPr>
        <p:spPr>
          <a:xfrm>
            <a:off x="335280" y="3575304"/>
            <a:ext cx="2011680" cy="77724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08C879B-E014-9397-3F54-FA116A68F0C3}"/>
              </a:ext>
            </a:extLst>
          </p:cNvPr>
          <p:cNvSpPr txBox="1"/>
          <p:nvPr/>
        </p:nvSpPr>
        <p:spPr>
          <a:xfrm>
            <a:off x="426720" y="3575304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Changes</a:t>
            </a:r>
            <a:endParaRPr lang="en-US" sz="12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56DF77B-3ADC-57CD-DF87-D9E86809EA9E}"/>
              </a:ext>
            </a:extLst>
          </p:cNvPr>
          <p:cNvSpPr/>
          <p:nvPr/>
        </p:nvSpPr>
        <p:spPr>
          <a:xfrm>
            <a:off x="2346960" y="3575304"/>
            <a:ext cx="1463040" cy="77724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C153484-C7C8-FF95-8ACF-A94E58BF5663}"/>
              </a:ext>
            </a:extLst>
          </p:cNvPr>
          <p:cNvSpPr txBox="1"/>
          <p:nvPr/>
        </p:nvSpPr>
        <p:spPr>
          <a:xfrm>
            <a:off x="2346960" y="3575304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COST</a:t>
            </a:r>
            <a:endParaRPr lang="en-US" sz="9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335882B-098A-177D-9C0A-234951D80E82}"/>
              </a:ext>
            </a:extLst>
          </p:cNvPr>
          <p:cNvSpPr/>
          <p:nvPr/>
        </p:nvSpPr>
        <p:spPr>
          <a:xfrm>
            <a:off x="3810000" y="3575304"/>
            <a:ext cx="8412480" cy="77724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FE67CD5-F9F0-D1AB-15ED-E930EF013523}"/>
              </a:ext>
            </a:extLst>
          </p:cNvPr>
          <p:cNvSpPr txBox="1"/>
          <p:nvPr/>
        </p:nvSpPr>
        <p:spPr>
          <a:xfrm>
            <a:off x="3947160" y="3648456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FraudShield human oversight process, access review procedure, IRP, BCP — these are policy and process changes, not technology purchases.</a:t>
            </a:r>
            <a:endParaRPr lang="en-US" sz="9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E605DAEF-0B8E-AE71-C0CB-FA8DA90BFA71}"/>
              </a:ext>
            </a:extLst>
          </p:cNvPr>
          <p:cNvSpPr/>
          <p:nvPr/>
        </p:nvSpPr>
        <p:spPr>
          <a:xfrm>
            <a:off x="335280" y="4471416"/>
            <a:ext cx="2011680" cy="777240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2FF79D9-E0C1-9E6B-F1A3-8FABFB054F9C}"/>
              </a:ext>
            </a:extLst>
          </p:cNvPr>
          <p:cNvSpPr txBox="1"/>
          <p:nvPr/>
        </p:nvSpPr>
        <p:spPr>
          <a:xfrm>
            <a:off x="426720" y="447141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 (Free)</a:t>
            </a:r>
            <a:endParaRPr lang="en-US" sz="12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269F656F-B6B1-2F2F-AF23-19E5A6F9C3B0}"/>
              </a:ext>
            </a:extLst>
          </p:cNvPr>
          <p:cNvSpPr/>
          <p:nvPr/>
        </p:nvSpPr>
        <p:spPr>
          <a:xfrm>
            <a:off x="2346960" y="4471416"/>
            <a:ext cx="1463040" cy="77724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7017A10F-A73E-D59E-8759-0923D5224368}"/>
              </a:ext>
            </a:extLst>
          </p:cNvPr>
          <p:cNvSpPr txBox="1"/>
          <p:nvPr/>
        </p:nvSpPr>
        <p:spPr>
          <a:xfrm>
            <a:off x="2346960" y="4471416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COST</a:t>
            </a:r>
            <a:endParaRPr lang="en-US" sz="9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130B305C-0A03-9B4F-453C-1C225DEEDC77}"/>
              </a:ext>
            </a:extLst>
          </p:cNvPr>
          <p:cNvSpPr/>
          <p:nvPr/>
        </p:nvSpPr>
        <p:spPr>
          <a:xfrm>
            <a:off x="3810000" y="4471416"/>
            <a:ext cx="8412480" cy="777240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1AD48945-D568-5024-BC5C-0BF330F80358}"/>
              </a:ext>
            </a:extLst>
          </p:cNvPr>
          <p:cNvSpPr txBox="1"/>
          <p:nvPr/>
        </p:nvSpPr>
        <p:spPr>
          <a:xfrm>
            <a:off x="3947160" y="45445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S3 encryption (configuration change), MFA via Microsoft Authenticator (free), access revocation for former employees.</a:t>
            </a:r>
            <a:endParaRPr lang="en-US" sz="9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BFD3904F-8DD3-5DAE-E821-DB143FA5B299}"/>
              </a:ext>
            </a:extLst>
          </p:cNvPr>
          <p:cNvSpPr/>
          <p:nvPr/>
        </p:nvSpPr>
        <p:spPr>
          <a:xfrm>
            <a:off x="335280" y="5367528"/>
            <a:ext cx="2011680" cy="77724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885AD172-2121-15CC-3248-62BA6B983B72}"/>
              </a:ext>
            </a:extLst>
          </p:cNvPr>
          <p:cNvSpPr txBox="1"/>
          <p:nvPr/>
        </p:nvSpPr>
        <p:spPr>
          <a:xfrm>
            <a:off x="426720" y="536752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Compliance</a:t>
            </a:r>
            <a:endParaRPr lang="en-US" sz="12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14F19560-D0EA-0C74-1618-11D236AACB11}"/>
              </a:ext>
            </a:extLst>
          </p:cNvPr>
          <p:cNvSpPr/>
          <p:nvPr/>
        </p:nvSpPr>
        <p:spPr>
          <a:xfrm>
            <a:off x="2346960" y="5367528"/>
            <a:ext cx="1463040" cy="77724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26EB2161-FA0D-4BCB-15AE-6AF729730848}"/>
              </a:ext>
            </a:extLst>
          </p:cNvPr>
          <p:cNvSpPr txBox="1"/>
          <p:nvPr/>
        </p:nvSpPr>
        <p:spPr>
          <a:xfrm>
            <a:off x="2346960" y="536752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E100F001-401D-3470-1432-BABCCDF60F7F}"/>
              </a:ext>
            </a:extLst>
          </p:cNvPr>
          <p:cNvSpPr/>
          <p:nvPr/>
        </p:nvSpPr>
        <p:spPr>
          <a:xfrm>
            <a:off x="3810000" y="5367528"/>
            <a:ext cx="8412480" cy="77724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4F3C3A01-CB95-8BE3-2320-CC5B32D2F959}"/>
              </a:ext>
            </a:extLst>
          </p:cNvPr>
          <p:cNvSpPr txBox="1"/>
          <p:nvPr/>
        </p:nvSpPr>
        <p:spPr>
          <a:xfrm>
            <a:off x="3947160" y="54406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DPA drafting with NexaBot provider (legal fees), DPIA completion (internal or consultant), ICO inquiry response (legal support).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8440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0">
            <a:extLst>
              <a:ext uri="{FF2B5EF4-FFF2-40B4-BE49-F238E27FC236}">
                <a16:creationId xmlns:a16="http://schemas.microsoft.com/office/drawing/2014/main" id="{41AA1EF0-ED88-0546-7C45-6685DC5F54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1">
            <a:extLst>
              <a:ext uri="{FF2B5EF4-FFF2-40B4-BE49-F238E27FC236}">
                <a16:creationId xmlns:a16="http://schemas.microsoft.com/office/drawing/2014/main" id="{C89DAFFE-76BE-D0BA-4165-4E001799C494}"/>
              </a:ext>
            </a:extLst>
          </p:cNvPr>
          <p:cNvSpPr/>
          <p:nvPr/>
        </p:nvSpPr>
        <p:spPr>
          <a:xfrm>
            <a:off x="0" y="-46653"/>
            <a:ext cx="12192000" cy="10972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689FC7D2-84B8-6E3D-ABEE-2C83B912EB8A}"/>
              </a:ext>
            </a:extLst>
          </p:cNvPr>
          <p:cNvSpPr txBox="1"/>
          <p:nvPr/>
        </p:nvSpPr>
        <p:spPr>
          <a:xfrm>
            <a:off x="365760" y="91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Remediation Roadmap</a:t>
            </a:r>
            <a:endParaRPr lang="en-US" sz="2200" dirty="0">
              <a:solidFill>
                <a:srgbClr val="002060"/>
              </a:solidFill>
            </a:endParaRPr>
          </a:p>
        </p:txBody>
      </p:sp>
      <p:sp>
        <p:nvSpPr>
          <p:cNvPr id="44" name="Text 3">
            <a:extLst>
              <a:ext uri="{FF2B5EF4-FFF2-40B4-BE49-F238E27FC236}">
                <a16:creationId xmlns:a16="http://schemas.microsoft.com/office/drawing/2014/main" id="{BFDB3C03-B153-9291-7BA2-DA88E283E83D}"/>
              </a:ext>
            </a:extLst>
          </p:cNvPr>
          <p:cNvSpPr txBox="1"/>
          <p:nvPr/>
        </p:nvSpPr>
        <p:spPr>
          <a:xfrm>
            <a:off x="10789920" y="914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1100" dirty="0"/>
          </a:p>
        </p:txBody>
      </p:sp>
      <p:sp>
        <p:nvSpPr>
          <p:cNvPr id="47" name="Text 6">
            <a:extLst>
              <a:ext uri="{FF2B5EF4-FFF2-40B4-BE49-F238E27FC236}">
                <a16:creationId xmlns:a16="http://schemas.microsoft.com/office/drawing/2014/main" id="{A19D47CB-140B-4F68-C889-51BCCCB1BEFA}"/>
              </a:ext>
            </a:extLst>
          </p:cNvPr>
          <p:cNvSpPr txBox="1"/>
          <p:nvPr/>
        </p:nvSpPr>
        <p:spPr>
          <a:xfrm>
            <a:off x="365760" y="12344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action plan to resolve all Critical and High findings within 90 days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48" name="Shape 7">
            <a:extLst>
              <a:ext uri="{FF2B5EF4-FFF2-40B4-BE49-F238E27FC236}">
                <a16:creationId xmlns:a16="http://schemas.microsoft.com/office/drawing/2014/main" id="{4B2769D1-B24E-F7A6-3672-E0605FA5404F}"/>
              </a:ext>
            </a:extLst>
          </p:cNvPr>
          <p:cNvSpPr/>
          <p:nvPr/>
        </p:nvSpPr>
        <p:spPr>
          <a:xfrm>
            <a:off x="365760" y="1691640"/>
            <a:ext cx="3657600" cy="59436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F547806C-8A22-2763-1DD1-22707760AB6E}"/>
              </a:ext>
            </a:extLst>
          </p:cNvPr>
          <p:cNvSpPr txBox="1"/>
          <p:nvPr/>
        </p:nvSpPr>
        <p:spPr>
          <a:xfrm>
            <a:off x="365760" y="1691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(This Week)</a:t>
            </a:r>
            <a:endParaRPr lang="en-US" sz="1200" dirty="0"/>
          </a:p>
        </p:txBody>
      </p:sp>
      <p:sp>
        <p:nvSpPr>
          <p:cNvPr id="50" name="Shape 9">
            <a:extLst>
              <a:ext uri="{FF2B5EF4-FFF2-40B4-BE49-F238E27FC236}">
                <a16:creationId xmlns:a16="http://schemas.microsoft.com/office/drawing/2014/main" id="{DABEEE62-9907-CC64-F089-2BAE8EAF13D1}"/>
              </a:ext>
            </a:extLst>
          </p:cNvPr>
          <p:cNvSpPr/>
          <p:nvPr/>
        </p:nvSpPr>
        <p:spPr>
          <a:xfrm>
            <a:off x="365760" y="2377440"/>
            <a:ext cx="3657600" cy="54864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10">
            <a:extLst>
              <a:ext uri="{FF2B5EF4-FFF2-40B4-BE49-F238E27FC236}">
                <a16:creationId xmlns:a16="http://schemas.microsoft.com/office/drawing/2014/main" id="{AF3BE287-A2E1-E369-A6FF-E6A98F9EEE45}"/>
              </a:ext>
            </a:extLst>
          </p:cNvPr>
          <p:cNvSpPr/>
          <p:nvPr/>
        </p:nvSpPr>
        <p:spPr>
          <a:xfrm>
            <a:off x="365760" y="2523744"/>
            <a:ext cx="109728" cy="256032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11">
            <a:extLst>
              <a:ext uri="{FF2B5EF4-FFF2-40B4-BE49-F238E27FC236}">
                <a16:creationId xmlns:a16="http://schemas.microsoft.com/office/drawing/2014/main" id="{8D3C12C5-81D3-AE8A-6C55-27B65900AA0D}"/>
              </a:ext>
            </a:extLst>
          </p:cNvPr>
          <p:cNvSpPr txBox="1"/>
          <p:nvPr/>
        </p:nvSpPr>
        <p:spPr>
          <a:xfrm>
            <a:off x="548640" y="23774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FraudShield auto-freezes</a:t>
            </a:r>
            <a:endParaRPr lang="en-US" sz="1000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FB00915A-FCFE-91A2-E598-2E7790848A2E}"/>
              </a:ext>
            </a:extLst>
          </p:cNvPr>
          <p:cNvSpPr/>
          <p:nvPr/>
        </p:nvSpPr>
        <p:spPr>
          <a:xfrm>
            <a:off x="365760" y="2999232"/>
            <a:ext cx="36576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13">
            <a:extLst>
              <a:ext uri="{FF2B5EF4-FFF2-40B4-BE49-F238E27FC236}">
                <a16:creationId xmlns:a16="http://schemas.microsoft.com/office/drawing/2014/main" id="{E2E28D08-9B1A-3BA2-E434-F815266A5007}"/>
              </a:ext>
            </a:extLst>
          </p:cNvPr>
          <p:cNvSpPr/>
          <p:nvPr/>
        </p:nvSpPr>
        <p:spPr>
          <a:xfrm>
            <a:off x="365760" y="3145536"/>
            <a:ext cx="109728" cy="256032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14">
            <a:extLst>
              <a:ext uri="{FF2B5EF4-FFF2-40B4-BE49-F238E27FC236}">
                <a16:creationId xmlns:a16="http://schemas.microsoft.com/office/drawing/2014/main" id="{A6E89736-911E-D546-03CB-53B4561CED57}"/>
              </a:ext>
            </a:extLst>
          </p:cNvPr>
          <p:cNvSpPr txBox="1"/>
          <p:nvPr/>
        </p:nvSpPr>
        <p:spPr>
          <a:xfrm>
            <a:off x="548640" y="299923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AWS S3 encryption</a:t>
            </a:r>
            <a:endParaRPr lang="en-US" sz="10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665AE294-8C90-7CF6-041B-DF800C32329A}"/>
              </a:ext>
            </a:extLst>
          </p:cNvPr>
          <p:cNvSpPr/>
          <p:nvPr/>
        </p:nvSpPr>
        <p:spPr>
          <a:xfrm>
            <a:off x="365760" y="3621024"/>
            <a:ext cx="3657600" cy="54864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A5496C7-0F9F-35B2-A27A-2FE23A7C5E60}"/>
              </a:ext>
            </a:extLst>
          </p:cNvPr>
          <p:cNvSpPr/>
          <p:nvPr/>
        </p:nvSpPr>
        <p:spPr>
          <a:xfrm>
            <a:off x="365760" y="3767328"/>
            <a:ext cx="109728" cy="256032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17">
            <a:extLst>
              <a:ext uri="{FF2B5EF4-FFF2-40B4-BE49-F238E27FC236}">
                <a16:creationId xmlns:a16="http://schemas.microsoft.com/office/drawing/2014/main" id="{442723B0-F4FC-FEBB-03B9-CEE5DBCCAE9E}"/>
              </a:ext>
            </a:extLst>
          </p:cNvPr>
          <p:cNvSpPr txBox="1"/>
          <p:nvPr/>
        </p:nvSpPr>
        <p:spPr>
          <a:xfrm>
            <a:off x="548640" y="362102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NexaBot DPA</a:t>
            </a:r>
            <a:endParaRPr lang="en-US" sz="1000" dirty="0"/>
          </a:p>
        </p:txBody>
      </p:sp>
      <p:sp>
        <p:nvSpPr>
          <p:cNvPr id="59" name="Shape 18">
            <a:extLst>
              <a:ext uri="{FF2B5EF4-FFF2-40B4-BE49-F238E27FC236}">
                <a16:creationId xmlns:a16="http://schemas.microsoft.com/office/drawing/2014/main" id="{B2F6E297-0120-9059-6E03-66488618CC5E}"/>
              </a:ext>
            </a:extLst>
          </p:cNvPr>
          <p:cNvSpPr/>
          <p:nvPr/>
        </p:nvSpPr>
        <p:spPr>
          <a:xfrm>
            <a:off x="4297680" y="1691640"/>
            <a:ext cx="3657600" cy="59436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BEF9307E-F14D-1A15-DDFC-FCA51E2AF43D}"/>
              </a:ext>
            </a:extLst>
          </p:cNvPr>
          <p:cNvSpPr txBox="1"/>
          <p:nvPr/>
        </p:nvSpPr>
        <p:spPr>
          <a:xfrm>
            <a:off x="4297680" y="1691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(30 Days)</a:t>
            </a:r>
            <a:endParaRPr lang="en-US" sz="1200" dirty="0"/>
          </a:p>
        </p:txBody>
      </p:sp>
      <p:sp>
        <p:nvSpPr>
          <p:cNvPr id="61" name="Shape 20">
            <a:extLst>
              <a:ext uri="{FF2B5EF4-FFF2-40B4-BE49-F238E27FC236}">
                <a16:creationId xmlns:a16="http://schemas.microsoft.com/office/drawing/2014/main" id="{D5E86D9E-D65A-F8C5-BC94-E150DAC3D74A}"/>
              </a:ext>
            </a:extLst>
          </p:cNvPr>
          <p:cNvSpPr/>
          <p:nvPr/>
        </p:nvSpPr>
        <p:spPr>
          <a:xfrm>
            <a:off x="4297680" y="2377440"/>
            <a:ext cx="3657600" cy="54864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21">
            <a:extLst>
              <a:ext uri="{FF2B5EF4-FFF2-40B4-BE49-F238E27FC236}">
                <a16:creationId xmlns:a16="http://schemas.microsoft.com/office/drawing/2014/main" id="{EB1452FF-F8D7-654D-2AE8-CFBC1204E303}"/>
              </a:ext>
            </a:extLst>
          </p:cNvPr>
          <p:cNvSpPr/>
          <p:nvPr/>
        </p:nvSpPr>
        <p:spPr>
          <a:xfrm>
            <a:off x="4297680" y="2523744"/>
            <a:ext cx="109728" cy="256032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22">
            <a:extLst>
              <a:ext uri="{FF2B5EF4-FFF2-40B4-BE49-F238E27FC236}">
                <a16:creationId xmlns:a16="http://schemas.microsoft.com/office/drawing/2014/main" id="{807EF2BA-B92E-10D6-894B-EED9E7965226}"/>
              </a:ext>
            </a:extLst>
          </p:cNvPr>
          <p:cNvSpPr txBox="1"/>
          <p:nvPr/>
        </p:nvSpPr>
        <p:spPr>
          <a:xfrm>
            <a:off x="4480560" y="23774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 CISO and DPO</a:t>
            </a:r>
            <a:endParaRPr lang="en-US" sz="1000" dirty="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B373124B-A8DB-F9D7-3E73-C21F5F95F9CE}"/>
              </a:ext>
            </a:extLst>
          </p:cNvPr>
          <p:cNvSpPr/>
          <p:nvPr/>
        </p:nvSpPr>
        <p:spPr>
          <a:xfrm>
            <a:off x="4297680" y="2999232"/>
            <a:ext cx="36576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24">
            <a:extLst>
              <a:ext uri="{FF2B5EF4-FFF2-40B4-BE49-F238E27FC236}">
                <a16:creationId xmlns:a16="http://schemas.microsoft.com/office/drawing/2014/main" id="{93A6743D-7A10-9CFC-AD03-F3583D4BA715}"/>
              </a:ext>
            </a:extLst>
          </p:cNvPr>
          <p:cNvSpPr/>
          <p:nvPr/>
        </p:nvSpPr>
        <p:spPr>
          <a:xfrm>
            <a:off x="4297680" y="3145536"/>
            <a:ext cx="109728" cy="256032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25">
            <a:extLst>
              <a:ext uri="{FF2B5EF4-FFF2-40B4-BE49-F238E27FC236}">
                <a16:creationId xmlns:a16="http://schemas.microsoft.com/office/drawing/2014/main" id="{8051698C-CCCB-CE22-E14F-D1D6D561BF4F}"/>
              </a:ext>
            </a:extLst>
          </p:cNvPr>
          <p:cNvSpPr txBox="1"/>
          <p:nvPr/>
        </p:nvSpPr>
        <p:spPr>
          <a:xfrm>
            <a:off x="4480560" y="299923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access audit</a:t>
            </a:r>
            <a:endParaRPr lang="en-US" sz="1000" dirty="0"/>
          </a:p>
        </p:txBody>
      </p:sp>
      <p:sp>
        <p:nvSpPr>
          <p:cNvPr id="67" name="Shape 26">
            <a:extLst>
              <a:ext uri="{FF2B5EF4-FFF2-40B4-BE49-F238E27FC236}">
                <a16:creationId xmlns:a16="http://schemas.microsoft.com/office/drawing/2014/main" id="{462D268C-0845-F881-24B9-56676CAD2DC5}"/>
              </a:ext>
            </a:extLst>
          </p:cNvPr>
          <p:cNvSpPr/>
          <p:nvPr/>
        </p:nvSpPr>
        <p:spPr>
          <a:xfrm>
            <a:off x="4297680" y="3621024"/>
            <a:ext cx="3657600" cy="54864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27">
            <a:extLst>
              <a:ext uri="{FF2B5EF4-FFF2-40B4-BE49-F238E27FC236}">
                <a16:creationId xmlns:a16="http://schemas.microsoft.com/office/drawing/2014/main" id="{561488AF-3951-91FA-63AB-CBD22A0D539A}"/>
              </a:ext>
            </a:extLst>
          </p:cNvPr>
          <p:cNvSpPr/>
          <p:nvPr/>
        </p:nvSpPr>
        <p:spPr>
          <a:xfrm>
            <a:off x="4297680" y="3767328"/>
            <a:ext cx="109728" cy="256032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28">
            <a:extLst>
              <a:ext uri="{FF2B5EF4-FFF2-40B4-BE49-F238E27FC236}">
                <a16:creationId xmlns:a16="http://schemas.microsoft.com/office/drawing/2014/main" id="{D8CE857E-31AC-98BF-1A06-F0E56E771A96}"/>
              </a:ext>
            </a:extLst>
          </p:cNvPr>
          <p:cNvSpPr txBox="1"/>
          <p:nvPr/>
        </p:nvSpPr>
        <p:spPr>
          <a:xfrm>
            <a:off x="4480560" y="362102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MFA all systems</a:t>
            </a:r>
            <a:endParaRPr lang="en-US" sz="1000" dirty="0"/>
          </a:p>
        </p:txBody>
      </p:sp>
      <p:sp>
        <p:nvSpPr>
          <p:cNvPr id="70" name="Shape 29">
            <a:extLst>
              <a:ext uri="{FF2B5EF4-FFF2-40B4-BE49-F238E27FC236}">
                <a16:creationId xmlns:a16="http://schemas.microsoft.com/office/drawing/2014/main" id="{A75BD299-08E4-9D66-BAC6-3CB9D7109905}"/>
              </a:ext>
            </a:extLst>
          </p:cNvPr>
          <p:cNvSpPr/>
          <p:nvPr/>
        </p:nvSpPr>
        <p:spPr>
          <a:xfrm>
            <a:off x="4297680" y="4242816"/>
            <a:ext cx="36576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30">
            <a:extLst>
              <a:ext uri="{FF2B5EF4-FFF2-40B4-BE49-F238E27FC236}">
                <a16:creationId xmlns:a16="http://schemas.microsoft.com/office/drawing/2014/main" id="{36B8B209-E80E-E1DE-8F89-4F52896CF541}"/>
              </a:ext>
            </a:extLst>
          </p:cNvPr>
          <p:cNvSpPr/>
          <p:nvPr/>
        </p:nvSpPr>
        <p:spPr>
          <a:xfrm>
            <a:off x="4297680" y="4389120"/>
            <a:ext cx="109728" cy="256032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31">
            <a:extLst>
              <a:ext uri="{FF2B5EF4-FFF2-40B4-BE49-F238E27FC236}">
                <a16:creationId xmlns:a16="http://schemas.microsoft.com/office/drawing/2014/main" id="{15BFE1C4-1B16-3D11-161E-15DC53AF3EFA}"/>
              </a:ext>
            </a:extLst>
          </p:cNvPr>
          <p:cNvSpPr txBox="1"/>
          <p:nvPr/>
        </p:nvSpPr>
        <p:spPr>
          <a:xfrm>
            <a:off x="4480560" y="424281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IRP and BCP</a:t>
            </a:r>
            <a:endParaRPr lang="en-US" sz="1000" dirty="0"/>
          </a:p>
        </p:txBody>
      </p:sp>
      <p:sp>
        <p:nvSpPr>
          <p:cNvPr id="73" name="Shape 32">
            <a:extLst>
              <a:ext uri="{FF2B5EF4-FFF2-40B4-BE49-F238E27FC236}">
                <a16:creationId xmlns:a16="http://schemas.microsoft.com/office/drawing/2014/main" id="{975B0DE0-4B48-C800-CDC2-84978A4220D1}"/>
              </a:ext>
            </a:extLst>
          </p:cNvPr>
          <p:cNvSpPr/>
          <p:nvPr/>
        </p:nvSpPr>
        <p:spPr>
          <a:xfrm>
            <a:off x="4297680" y="4864608"/>
            <a:ext cx="3657600" cy="54864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33">
            <a:extLst>
              <a:ext uri="{FF2B5EF4-FFF2-40B4-BE49-F238E27FC236}">
                <a16:creationId xmlns:a16="http://schemas.microsoft.com/office/drawing/2014/main" id="{7EF014DA-FEDA-35EE-703C-7B4EC185FBCF}"/>
              </a:ext>
            </a:extLst>
          </p:cNvPr>
          <p:cNvSpPr/>
          <p:nvPr/>
        </p:nvSpPr>
        <p:spPr>
          <a:xfrm>
            <a:off x="4297680" y="5010912"/>
            <a:ext cx="109728" cy="256032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34">
            <a:extLst>
              <a:ext uri="{FF2B5EF4-FFF2-40B4-BE49-F238E27FC236}">
                <a16:creationId xmlns:a16="http://schemas.microsoft.com/office/drawing/2014/main" id="{2756963B-342E-8D9B-65D3-EB8AF20AE122}"/>
              </a:ext>
            </a:extLst>
          </p:cNvPr>
          <p:cNvSpPr txBox="1"/>
          <p:nvPr/>
        </p:nvSpPr>
        <p:spPr>
          <a:xfrm>
            <a:off x="4480560" y="486460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SIEM solution</a:t>
            </a:r>
            <a:endParaRPr lang="en-US" sz="1000" dirty="0"/>
          </a:p>
        </p:txBody>
      </p:sp>
      <p:sp>
        <p:nvSpPr>
          <p:cNvPr id="76" name="Shape 35">
            <a:extLst>
              <a:ext uri="{FF2B5EF4-FFF2-40B4-BE49-F238E27FC236}">
                <a16:creationId xmlns:a16="http://schemas.microsoft.com/office/drawing/2014/main" id="{BC8AD7B3-43DF-1374-105C-AD6BF2A77632}"/>
              </a:ext>
            </a:extLst>
          </p:cNvPr>
          <p:cNvSpPr/>
          <p:nvPr/>
        </p:nvSpPr>
        <p:spPr>
          <a:xfrm>
            <a:off x="4297680" y="5486400"/>
            <a:ext cx="36576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36">
            <a:extLst>
              <a:ext uri="{FF2B5EF4-FFF2-40B4-BE49-F238E27FC236}">
                <a16:creationId xmlns:a16="http://schemas.microsoft.com/office/drawing/2014/main" id="{F6BA3B24-4439-8BEC-BA18-B23D7BAF8163}"/>
              </a:ext>
            </a:extLst>
          </p:cNvPr>
          <p:cNvSpPr/>
          <p:nvPr/>
        </p:nvSpPr>
        <p:spPr>
          <a:xfrm>
            <a:off x="4297680" y="5632704"/>
            <a:ext cx="109728" cy="256032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37">
            <a:extLst>
              <a:ext uri="{FF2B5EF4-FFF2-40B4-BE49-F238E27FC236}">
                <a16:creationId xmlns:a16="http://schemas.microsoft.com/office/drawing/2014/main" id="{345725B7-80D1-3B0F-69A1-7B87375630DC}"/>
              </a:ext>
            </a:extLst>
          </p:cNvPr>
          <p:cNvSpPr txBox="1"/>
          <p:nvPr/>
        </p:nvSpPr>
        <p:spPr>
          <a:xfrm>
            <a:off x="4480560" y="54864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DPIAs</a:t>
            </a:r>
            <a:endParaRPr lang="en-US" sz="1000" dirty="0"/>
          </a:p>
        </p:txBody>
      </p:sp>
      <p:sp>
        <p:nvSpPr>
          <p:cNvPr id="79" name="Shape 38">
            <a:extLst>
              <a:ext uri="{FF2B5EF4-FFF2-40B4-BE49-F238E27FC236}">
                <a16:creationId xmlns:a16="http://schemas.microsoft.com/office/drawing/2014/main" id="{FEC9C18D-6BB6-1F0B-381A-11DF78694A4F}"/>
              </a:ext>
            </a:extLst>
          </p:cNvPr>
          <p:cNvSpPr/>
          <p:nvPr/>
        </p:nvSpPr>
        <p:spPr>
          <a:xfrm>
            <a:off x="8229600" y="1691640"/>
            <a:ext cx="3931920" cy="594360"/>
          </a:xfrm>
          <a:prstGeom prst="rect">
            <a:avLst/>
          </a:prstGeom>
          <a:solidFill>
            <a:srgbClr val="5D40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39">
            <a:extLst>
              <a:ext uri="{FF2B5EF4-FFF2-40B4-BE49-F238E27FC236}">
                <a16:creationId xmlns:a16="http://schemas.microsoft.com/office/drawing/2014/main" id="{92498729-05BF-4630-5558-49D85F2B1DAD}"/>
              </a:ext>
            </a:extLst>
          </p:cNvPr>
          <p:cNvSpPr txBox="1"/>
          <p:nvPr/>
        </p:nvSpPr>
        <p:spPr>
          <a:xfrm>
            <a:off x="8229600" y="16916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2026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(60-90 Days)</a:t>
            </a:r>
            <a:endParaRPr lang="en-US" sz="1200" dirty="0"/>
          </a:p>
        </p:txBody>
      </p:sp>
      <p:sp>
        <p:nvSpPr>
          <p:cNvPr id="81" name="Shape 40">
            <a:extLst>
              <a:ext uri="{FF2B5EF4-FFF2-40B4-BE49-F238E27FC236}">
                <a16:creationId xmlns:a16="http://schemas.microsoft.com/office/drawing/2014/main" id="{9EB0C251-42A6-6B20-CCF9-A648432129F1}"/>
              </a:ext>
            </a:extLst>
          </p:cNvPr>
          <p:cNvSpPr/>
          <p:nvPr/>
        </p:nvSpPr>
        <p:spPr>
          <a:xfrm>
            <a:off x="8229600" y="2377440"/>
            <a:ext cx="3931920" cy="548640"/>
          </a:xfrm>
          <a:prstGeom prst="rect">
            <a:avLst/>
          </a:prstGeom>
          <a:solidFill>
            <a:srgbClr val="FFF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13569F1D-4BDA-5B0D-C519-A815E4FAAE21}"/>
              </a:ext>
            </a:extLst>
          </p:cNvPr>
          <p:cNvSpPr/>
          <p:nvPr/>
        </p:nvSpPr>
        <p:spPr>
          <a:xfrm>
            <a:off x="8229600" y="2523744"/>
            <a:ext cx="109728" cy="256032"/>
          </a:xfrm>
          <a:prstGeom prst="rect">
            <a:avLst/>
          </a:prstGeom>
          <a:solidFill>
            <a:srgbClr val="5D40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42">
            <a:extLst>
              <a:ext uri="{FF2B5EF4-FFF2-40B4-BE49-F238E27FC236}">
                <a16:creationId xmlns:a16="http://schemas.microsoft.com/office/drawing/2014/main" id="{99D13D93-1853-49CD-F176-E79BF54C7AF1}"/>
              </a:ext>
            </a:extLst>
          </p:cNvPr>
          <p:cNvSpPr txBox="1"/>
          <p:nvPr/>
        </p:nvSpPr>
        <p:spPr>
          <a:xfrm>
            <a:off x="8412480" y="23774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awareness training</a:t>
            </a:r>
            <a:endParaRPr lang="en-US" sz="1000" dirty="0"/>
          </a:p>
        </p:txBody>
      </p:sp>
      <p:sp>
        <p:nvSpPr>
          <p:cNvPr id="84" name="Shape 43">
            <a:extLst>
              <a:ext uri="{FF2B5EF4-FFF2-40B4-BE49-F238E27FC236}">
                <a16:creationId xmlns:a16="http://schemas.microsoft.com/office/drawing/2014/main" id="{82CCFE82-E727-F18A-925F-44514C231D7E}"/>
              </a:ext>
            </a:extLst>
          </p:cNvPr>
          <p:cNvSpPr/>
          <p:nvPr/>
        </p:nvSpPr>
        <p:spPr>
          <a:xfrm>
            <a:off x="8229600" y="2999232"/>
            <a:ext cx="393192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44">
            <a:extLst>
              <a:ext uri="{FF2B5EF4-FFF2-40B4-BE49-F238E27FC236}">
                <a16:creationId xmlns:a16="http://schemas.microsoft.com/office/drawing/2014/main" id="{29D68597-0AD1-A3AA-2DCE-ED1EF5D59A7D}"/>
              </a:ext>
            </a:extLst>
          </p:cNvPr>
          <p:cNvSpPr/>
          <p:nvPr/>
        </p:nvSpPr>
        <p:spPr>
          <a:xfrm>
            <a:off x="8229600" y="3145536"/>
            <a:ext cx="109728" cy="256032"/>
          </a:xfrm>
          <a:prstGeom prst="rect">
            <a:avLst/>
          </a:prstGeom>
          <a:solidFill>
            <a:srgbClr val="5D40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45">
            <a:extLst>
              <a:ext uri="{FF2B5EF4-FFF2-40B4-BE49-F238E27FC236}">
                <a16:creationId xmlns:a16="http://schemas.microsoft.com/office/drawing/2014/main" id="{212A018F-3933-E8EB-447D-62F63F80507B}"/>
              </a:ext>
            </a:extLst>
          </p:cNvPr>
          <p:cNvSpPr txBox="1"/>
          <p:nvPr/>
        </p:nvSpPr>
        <p:spPr>
          <a:xfrm>
            <a:off x="8412480" y="299923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ROPA</a:t>
            </a:r>
            <a:endParaRPr lang="en-US" sz="1000" dirty="0"/>
          </a:p>
        </p:txBody>
      </p:sp>
      <p:sp>
        <p:nvSpPr>
          <p:cNvPr id="87" name="Shape 46">
            <a:extLst>
              <a:ext uri="{FF2B5EF4-FFF2-40B4-BE49-F238E27FC236}">
                <a16:creationId xmlns:a16="http://schemas.microsoft.com/office/drawing/2014/main" id="{933936CD-A350-B889-A492-9766A0AFC88A}"/>
              </a:ext>
            </a:extLst>
          </p:cNvPr>
          <p:cNvSpPr/>
          <p:nvPr/>
        </p:nvSpPr>
        <p:spPr>
          <a:xfrm>
            <a:off x="8229600" y="3621024"/>
            <a:ext cx="3931920" cy="548640"/>
          </a:xfrm>
          <a:prstGeom prst="rect">
            <a:avLst/>
          </a:prstGeom>
          <a:solidFill>
            <a:srgbClr val="FFF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Shape 47">
            <a:extLst>
              <a:ext uri="{FF2B5EF4-FFF2-40B4-BE49-F238E27FC236}">
                <a16:creationId xmlns:a16="http://schemas.microsoft.com/office/drawing/2014/main" id="{180A77FF-6326-CFC1-0959-E4A78F7EF9F0}"/>
              </a:ext>
            </a:extLst>
          </p:cNvPr>
          <p:cNvSpPr/>
          <p:nvPr/>
        </p:nvSpPr>
        <p:spPr>
          <a:xfrm>
            <a:off x="8229600" y="3767328"/>
            <a:ext cx="109728" cy="256032"/>
          </a:xfrm>
          <a:prstGeom prst="rect">
            <a:avLst/>
          </a:prstGeom>
          <a:solidFill>
            <a:srgbClr val="5D40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48">
            <a:extLst>
              <a:ext uri="{FF2B5EF4-FFF2-40B4-BE49-F238E27FC236}">
                <a16:creationId xmlns:a16="http://schemas.microsoft.com/office/drawing/2014/main" id="{E158FF51-EC55-E461-504A-F61527346259}"/>
              </a:ext>
            </a:extLst>
          </p:cNvPr>
          <p:cNvSpPr txBox="1"/>
          <p:nvPr/>
        </p:nvSpPr>
        <p:spPr>
          <a:xfrm>
            <a:off x="8412480" y="3621024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pen test</a:t>
            </a:r>
            <a:endParaRPr lang="en-US" sz="1000" dirty="0"/>
          </a:p>
        </p:txBody>
      </p:sp>
      <p:sp>
        <p:nvSpPr>
          <p:cNvPr id="90" name="Shape 49">
            <a:extLst>
              <a:ext uri="{FF2B5EF4-FFF2-40B4-BE49-F238E27FC236}">
                <a16:creationId xmlns:a16="http://schemas.microsoft.com/office/drawing/2014/main" id="{4AD5AC03-9C61-52E7-EA45-2F37A867CED3}"/>
              </a:ext>
            </a:extLst>
          </p:cNvPr>
          <p:cNvSpPr/>
          <p:nvPr/>
        </p:nvSpPr>
        <p:spPr>
          <a:xfrm>
            <a:off x="8229600" y="4242816"/>
            <a:ext cx="393192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50">
            <a:extLst>
              <a:ext uri="{FF2B5EF4-FFF2-40B4-BE49-F238E27FC236}">
                <a16:creationId xmlns:a16="http://schemas.microsoft.com/office/drawing/2014/main" id="{48789CF1-EA60-CBC8-BE77-190CB32F5653}"/>
              </a:ext>
            </a:extLst>
          </p:cNvPr>
          <p:cNvSpPr/>
          <p:nvPr/>
        </p:nvSpPr>
        <p:spPr>
          <a:xfrm>
            <a:off x="8229600" y="4389120"/>
            <a:ext cx="109728" cy="256032"/>
          </a:xfrm>
          <a:prstGeom prst="rect">
            <a:avLst/>
          </a:prstGeom>
          <a:solidFill>
            <a:srgbClr val="5D40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51">
            <a:extLst>
              <a:ext uri="{FF2B5EF4-FFF2-40B4-BE49-F238E27FC236}">
                <a16:creationId xmlns:a16="http://schemas.microsoft.com/office/drawing/2014/main" id="{0ABAA6ED-9AF3-1633-1AC5-7610F7A03DE7}"/>
              </a:ext>
            </a:extLst>
          </p:cNvPr>
          <p:cNvSpPr txBox="1"/>
          <p:nvPr/>
        </p:nvSpPr>
        <p:spPr>
          <a:xfrm>
            <a:off x="8412480" y="4242816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all policies</a:t>
            </a:r>
            <a:endParaRPr lang="en-US" sz="1000" dirty="0"/>
          </a:p>
        </p:txBody>
      </p:sp>
      <p:sp>
        <p:nvSpPr>
          <p:cNvPr id="93" name="Shape 52">
            <a:extLst>
              <a:ext uri="{FF2B5EF4-FFF2-40B4-BE49-F238E27FC236}">
                <a16:creationId xmlns:a16="http://schemas.microsoft.com/office/drawing/2014/main" id="{4FD10169-9EA4-8950-6660-657D5CAAFA8A}"/>
              </a:ext>
            </a:extLst>
          </p:cNvPr>
          <p:cNvSpPr/>
          <p:nvPr/>
        </p:nvSpPr>
        <p:spPr>
          <a:xfrm>
            <a:off x="8229600" y="4864608"/>
            <a:ext cx="3931920" cy="548640"/>
          </a:xfrm>
          <a:prstGeom prst="rect">
            <a:avLst/>
          </a:prstGeom>
          <a:solidFill>
            <a:srgbClr val="FFF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53">
            <a:extLst>
              <a:ext uri="{FF2B5EF4-FFF2-40B4-BE49-F238E27FC236}">
                <a16:creationId xmlns:a16="http://schemas.microsoft.com/office/drawing/2014/main" id="{15F7F6E2-CB6F-6B32-E706-8DEAAAD22BCA}"/>
              </a:ext>
            </a:extLst>
          </p:cNvPr>
          <p:cNvSpPr/>
          <p:nvPr/>
        </p:nvSpPr>
        <p:spPr>
          <a:xfrm>
            <a:off x="8229600" y="5010912"/>
            <a:ext cx="109728" cy="256032"/>
          </a:xfrm>
          <a:prstGeom prst="rect">
            <a:avLst/>
          </a:prstGeom>
          <a:solidFill>
            <a:srgbClr val="5D40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54">
            <a:extLst>
              <a:ext uri="{FF2B5EF4-FFF2-40B4-BE49-F238E27FC236}">
                <a16:creationId xmlns:a16="http://schemas.microsoft.com/office/drawing/2014/main" id="{CF56D51E-7F79-CE6C-B356-A351300102AA}"/>
              </a:ext>
            </a:extLst>
          </p:cNvPr>
          <p:cNvSpPr txBox="1"/>
          <p:nvPr/>
        </p:nvSpPr>
        <p:spPr>
          <a:xfrm>
            <a:off x="8412480" y="486460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EDR solution</a:t>
            </a:r>
            <a:endParaRPr lang="en-US" sz="1000" dirty="0"/>
          </a:p>
        </p:txBody>
      </p:sp>
      <p:sp>
        <p:nvSpPr>
          <p:cNvPr id="96" name="Shape 55">
            <a:extLst>
              <a:ext uri="{FF2B5EF4-FFF2-40B4-BE49-F238E27FC236}">
                <a16:creationId xmlns:a16="http://schemas.microsoft.com/office/drawing/2014/main" id="{8888129D-A476-AB66-FE8C-B982554A8A82}"/>
              </a:ext>
            </a:extLst>
          </p:cNvPr>
          <p:cNvSpPr/>
          <p:nvPr/>
        </p:nvSpPr>
        <p:spPr>
          <a:xfrm>
            <a:off x="8229600" y="5486400"/>
            <a:ext cx="393192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56">
            <a:extLst>
              <a:ext uri="{FF2B5EF4-FFF2-40B4-BE49-F238E27FC236}">
                <a16:creationId xmlns:a16="http://schemas.microsoft.com/office/drawing/2014/main" id="{3BD33D23-166B-2807-B268-EC0E59033A08}"/>
              </a:ext>
            </a:extLst>
          </p:cNvPr>
          <p:cNvSpPr/>
          <p:nvPr/>
        </p:nvSpPr>
        <p:spPr>
          <a:xfrm>
            <a:off x="8229600" y="5632704"/>
            <a:ext cx="109728" cy="256032"/>
          </a:xfrm>
          <a:prstGeom prst="rect">
            <a:avLst/>
          </a:prstGeom>
          <a:solidFill>
            <a:srgbClr val="5D40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57">
            <a:extLst>
              <a:ext uri="{FF2B5EF4-FFF2-40B4-BE49-F238E27FC236}">
                <a16:creationId xmlns:a16="http://schemas.microsoft.com/office/drawing/2014/main" id="{0C76A183-2078-F3A0-FC28-F632C2D100AB}"/>
              </a:ext>
            </a:extLst>
          </p:cNvPr>
          <p:cNvSpPr txBox="1"/>
          <p:nvPr/>
        </p:nvSpPr>
        <p:spPr>
          <a:xfrm>
            <a:off x="8412480" y="548640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Governance Policy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578510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EFC30A26-EAA8-19DA-680C-90AA0F2C5A33}"/>
              </a:ext>
            </a:extLst>
          </p:cNvPr>
          <p:cNvSpPr/>
          <p:nvPr/>
        </p:nvSpPr>
        <p:spPr>
          <a:xfrm>
            <a:off x="-7620" y="0"/>
            <a:ext cx="121920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F71BA004-C299-49ED-0A4D-A5506EB15B7D}"/>
              </a:ext>
            </a:extLst>
          </p:cNvPr>
          <p:cNvSpPr/>
          <p:nvPr/>
        </p:nvSpPr>
        <p:spPr>
          <a:xfrm>
            <a:off x="-7620" y="-46653"/>
            <a:ext cx="12192000" cy="10972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180F039-061E-5F68-A54D-5764E462B934}"/>
              </a:ext>
            </a:extLst>
          </p:cNvPr>
          <p:cNvSpPr txBox="1"/>
          <p:nvPr/>
        </p:nvSpPr>
        <p:spPr>
          <a:xfrm>
            <a:off x="358140" y="44787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Consequences of Inaction</a:t>
            </a:r>
            <a:endParaRPr lang="en-US" sz="2200" dirty="0">
              <a:solidFill>
                <a:srgbClr val="002060"/>
              </a:solidFill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4703D8B-CBFF-FF29-CCED-C7B080EAEBF7}"/>
              </a:ext>
            </a:extLst>
          </p:cNvPr>
          <p:cNvSpPr txBox="1"/>
          <p:nvPr/>
        </p:nvSpPr>
        <p:spPr>
          <a:xfrm>
            <a:off x="10782300" y="914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11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E2C136B4-6C1A-BFF3-C423-B05742991971}"/>
              </a:ext>
            </a:extLst>
          </p:cNvPr>
          <p:cNvSpPr txBox="1"/>
          <p:nvPr/>
        </p:nvSpPr>
        <p:spPr>
          <a:xfrm>
            <a:off x="358140" y="123444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board does not act on these findings, the following outcomes are realistic, not theoretical.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A827ED07-A66D-48E5-86CD-EE0FCB3B20A7}"/>
              </a:ext>
            </a:extLst>
          </p:cNvPr>
          <p:cNvSpPr/>
          <p:nvPr/>
        </p:nvSpPr>
        <p:spPr>
          <a:xfrm>
            <a:off x="358140" y="1737360"/>
            <a:ext cx="320040" cy="54864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78BC585-B83B-CAD8-9077-16D578B4C318}"/>
              </a:ext>
            </a:extLst>
          </p:cNvPr>
          <p:cNvSpPr txBox="1"/>
          <p:nvPr/>
        </p:nvSpPr>
        <p:spPr>
          <a:xfrm>
            <a:off x="358140" y="17373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18C23A40-164B-0507-5AD7-86841025919B}"/>
              </a:ext>
            </a:extLst>
          </p:cNvPr>
          <p:cNvSpPr/>
          <p:nvPr/>
        </p:nvSpPr>
        <p:spPr>
          <a:xfrm>
            <a:off x="678180" y="1737360"/>
            <a:ext cx="11521440" cy="5486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2C0607F6-F865-9C5C-3A1A-D517EE353671}"/>
              </a:ext>
            </a:extLst>
          </p:cNvPr>
          <p:cNvSpPr txBox="1"/>
          <p:nvPr/>
        </p:nvSpPr>
        <p:spPr>
          <a:xfrm>
            <a:off x="769620" y="1783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 Inquiry Escalates:</a:t>
            </a:r>
            <a:endParaRPr lang="en-US" sz="10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75ACBC68-3072-3CC8-D165-C0EEF23140D0}"/>
              </a:ext>
            </a:extLst>
          </p:cNvPr>
          <p:cNvSpPr txBox="1"/>
          <p:nvPr/>
        </p:nvSpPr>
        <p:spPr>
          <a:xfrm>
            <a:off x="769620" y="2011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 up to £17.5M + mandatory remediation order. Active GDPR violations make escalation likely.</a:t>
            </a:r>
            <a:endParaRPr lang="en-US" sz="90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6C6E8078-6314-BD12-670A-86C3E2E3A806}"/>
              </a:ext>
            </a:extLst>
          </p:cNvPr>
          <p:cNvSpPr/>
          <p:nvPr/>
        </p:nvSpPr>
        <p:spPr>
          <a:xfrm>
            <a:off x="358140" y="2395728"/>
            <a:ext cx="320040" cy="54864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F9F7B164-F837-1F4D-EEFF-84F949030BEA}"/>
              </a:ext>
            </a:extLst>
          </p:cNvPr>
          <p:cNvSpPr txBox="1"/>
          <p:nvPr/>
        </p:nvSpPr>
        <p:spPr>
          <a:xfrm>
            <a:off x="358140" y="2395728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0A1F763E-7716-FD8B-822E-BDE809D7F547}"/>
              </a:ext>
            </a:extLst>
          </p:cNvPr>
          <p:cNvSpPr/>
          <p:nvPr/>
        </p:nvSpPr>
        <p:spPr>
          <a:xfrm>
            <a:off x="678180" y="2395728"/>
            <a:ext cx="11521440" cy="548640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64EF9E79-14AC-63B7-47D0-61D47F6BF796}"/>
              </a:ext>
            </a:extLst>
          </p:cNvPr>
          <p:cNvSpPr txBox="1"/>
          <p:nvPr/>
        </p:nvSpPr>
        <p:spPr>
          <a:xfrm>
            <a:off x="769620" y="24414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FraudShield Legal Challenge:</a:t>
            </a:r>
            <a:endParaRPr lang="en-US" sz="10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FF6F784B-8DDF-EA89-C07E-676DEE2033D4}"/>
              </a:ext>
            </a:extLst>
          </p:cNvPr>
          <p:cNvSpPr txBox="1"/>
          <p:nvPr/>
        </p:nvSpPr>
        <p:spPr>
          <a:xfrm>
            <a:off x="769620" y="2670048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whose account is wrongly frozen sues NexaChain. Legal costs, compensation, negative press.</a:t>
            </a:r>
            <a:endParaRPr lang="en-US" sz="900" dirty="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E9089AC7-2E45-87FB-282E-96D89BA3AEB0}"/>
              </a:ext>
            </a:extLst>
          </p:cNvPr>
          <p:cNvSpPr/>
          <p:nvPr/>
        </p:nvSpPr>
        <p:spPr>
          <a:xfrm>
            <a:off x="358140" y="3054096"/>
            <a:ext cx="320040" cy="54864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1E166AA3-35D5-CF85-1A07-AB513C709B7F}"/>
              </a:ext>
            </a:extLst>
          </p:cNvPr>
          <p:cNvSpPr txBox="1"/>
          <p:nvPr/>
        </p:nvSpPr>
        <p:spPr>
          <a:xfrm>
            <a:off x="358140" y="3054096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4E8D90D7-4384-247C-6C1C-8426055F4933}"/>
              </a:ext>
            </a:extLst>
          </p:cNvPr>
          <p:cNvSpPr/>
          <p:nvPr/>
        </p:nvSpPr>
        <p:spPr>
          <a:xfrm>
            <a:off x="678180" y="3054096"/>
            <a:ext cx="11521440" cy="5486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7672D70-5F4D-6D6F-BE79-43D4D5812DE3}"/>
              </a:ext>
            </a:extLst>
          </p:cNvPr>
          <p:cNvSpPr txBox="1"/>
          <p:nvPr/>
        </p:nvSpPr>
        <p:spPr>
          <a:xfrm>
            <a:off x="769620" y="30998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Breach via Unencrypted S3:</a:t>
            </a:r>
            <a:endParaRPr lang="en-US" sz="100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7B1D0BC2-ED2D-8267-25A0-14CB13B68D51}"/>
              </a:ext>
            </a:extLst>
          </p:cNvPr>
          <p:cNvSpPr txBox="1"/>
          <p:nvPr/>
        </p:nvSpPr>
        <p:spPr>
          <a:xfrm>
            <a:off x="769620" y="3328416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85,000 customer records exposed. ICO notification, customer compensation claims, reputational collapse.</a:t>
            </a:r>
            <a:endParaRPr lang="en-US" sz="900" dirty="0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BA5AC5DF-6061-D0D4-0B43-AC44F799342E}"/>
              </a:ext>
            </a:extLst>
          </p:cNvPr>
          <p:cNvSpPr/>
          <p:nvPr/>
        </p:nvSpPr>
        <p:spPr>
          <a:xfrm>
            <a:off x="358140" y="3712464"/>
            <a:ext cx="320040" cy="54864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11DE97BE-B51F-290C-DDE6-DC36B5424E2D}"/>
              </a:ext>
            </a:extLst>
          </p:cNvPr>
          <p:cNvSpPr txBox="1"/>
          <p:nvPr/>
        </p:nvSpPr>
        <p:spPr>
          <a:xfrm>
            <a:off x="358140" y="3712464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099CA77A-DE92-38AA-3535-CC0357BFD468}"/>
              </a:ext>
            </a:extLst>
          </p:cNvPr>
          <p:cNvSpPr/>
          <p:nvPr/>
        </p:nvSpPr>
        <p:spPr>
          <a:xfrm>
            <a:off x="678180" y="3712464"/>
            <a:ext cx="11521440" cy="548640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98C0EDAD-A185-3B95-AC2C-23DE1B502F4C}"/>
              </a:ext>
            </a:extLst>
          </p:cNvPr>
          <p:cNvSpPr txBox="1"/>
          <p:nvPr/>
        </p:nvSpPr>
        <p:spPr>
          <a:xfrm>
            <a:off x="769620" y="37581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Employee Misuse:</a:t>
            </a:r>
            <a:endParaRPr lang="en-US" sz="1000" dirty="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D370855A-161A-4DA9-FAD2-C383A1C7D9DA}"/>
              </a:ext>
            </a:extLst>
          </p:cNvPr>
          <p:cNvSpPr txBox="1"/>
          <p:nvPr/>
        </p:nvSpPr>
        <p:spPr>
          <a:xfrm>
            <a:off x="769620" y="3986784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Ex-staff access crypto wallets. Crypto theft is irreversible. Customer assets permanently lost.</a:t>
            </a:r>
            <a:endParaRPr lang="en-US" sz="900" dirty="0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E9B602B7-313C-C532-FA26-FF52049A1E88}"/>
              </a:ext>
            </a:extLst>
          </p:cNvPr>
          <p:cNvSpPr/>
          <p:nvPr/>
        </p:nvSpPr>
        <p:spPr>
          <a:xfrm>
            <a:off x="358140" y="4370832"/>
            <a:ext cx="320040" cy="54864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012A39AE-8BE5-8B4A-741D-CC0528C7ED8C}"/>
              </a:ext>
            </a:extLst>
          </p:cNvPr>
          <p:cNvSpPr txBox="1"/>
          <p:nvPr/>
        </p:nvSpPr>
        <p:spPr>
          <a:xfrm>
            <a:off x="358140" y="4370832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33" name="Shape 29">
            <a:extLst>
              <a:ext uri="{FF2B5EF4-FFF2-40B4-BE49-F238E27FC236}">
                <a16:creationId xmlns:a16="http://schemas.microsoft.com/office/drawing/2014/main" id="{19788D61-40C5-758D-785C-C89A882D0BD9}"/>
              </a:ext>
            </a:extLst>
          </p:cNvPr>
          <p:cNvSpPr/>
          <p:nvPr/>
        </p:nvSpPr>
        <p:spPr>
          <a:xfrm>
            <a:off x="678180" y="4370832"/>
            <a:ext cx="11521440" cy="5486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32A0934C-AD12-1085-D040-AEBD9C10AD1E}"/>
              </a:ext>
            </a:extLst>
          </p:cNvPr>
          <p:cNvSpPr txBox="1"/>
          <p:nvPr/>
        </p:nvSpPr>
        <p:spPr>
          <a:xfrm>
            <a:off x="769620" y="44165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Ransomware Attack:</a:t>
            </a:r>
            <a:endParaRPr lang="en-US" sz="1000" dirty="0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A64BFE03-1FC3-82BA-98AF-68E408D6980C}"/>
              </a:ext>
            </a:extLst>
          </p:cNvPr>
          <p:cNvSpPr txBox="1"/>
          <p:nvPr/>
        </p:nvSpPr>
        <p:spPr>
          <a:xfrm>
            <a:off x="769620" y="464515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SIEM, no backups, no IRP. Systems encrypted. No recovery plan. Business operations halted.</a:t>
            </a:r>
            <a:endParaRPr lang="en-US" sz="900" dirty="0"/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89EEC6C8-8ABF-CC11-AA2B-7F6B24D08E03}"/>
              </a:ext>
            </a:extLst>
          </p:cNvPr>
          <p:cNvSpPr/>
          <p:nvPr/>
        </p:nvSpPr>
        <p:spPr>
          <a:xfrm>
            <a:off x="358140" y="5029200"/>
            <a:ext cx="320040" cy="54864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3F66822C-5861-4C0C-003F-73489A8FB021}"/>
              </a:ext>
            </a:extLst>
          </p:cNvPr>
          <p:cNvSpPr txBox="1"/>
          <p:nvPr/>
        </p:nvSpPr>
        <p:spPr>
          <a:xfrm>
            <a:off x="358140" y="50292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38" name="Shape 34">
            <a:extLst>
              <a:ext uri="{FF2B5EF4-FFF2-40B4-BE49-F238E27FC236}">
                <a16:creationId xmlns:a16="http://schemas.microsoft.com/office/drawing/2014/main" id="{3EFEA7D4-8D52-5EF8-3962-7FD0E90E5B88}"/>
              </a:ext>
            </a:extLst>
          </p:cNvPr>
          <p:cNvSpPr/>
          <p:nvPr/>
        </p:nvSpPr>
        <p:spPr>
          <a:xfrm>
            <a:off x="678180" y="5029200"/>
            <a:ext cx="11521440" cy="548640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8E983E04-147B-DE86-2914-F288105ABC67}"/>
              </a:ext>
            </a:extLst>
          </p:cNvPr>
          <p:cNvSpPr txBox="1"/>
          <p:nvPr/>
        </p:nvSpPr>
        <p:spPr>
          <a:xfrm>
            <a:off x="769620" y="5074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27001 Audit Failure:</a:t>
            </a:r>
            <a:endParaRPr lang="en-US" sz="1000" dirty="0"/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91CC1A62-F911-437A-D032-E17284193C5E}"/>
              </a:ext>
            </a:extLst>
          </p:cNvPr>
          <p:cNvSpPr txBox="1"/>
          <p:nvPr/>
        </p:nvSpPr>
        <p:spPr>
          <a:xfrm>
            <a:off x="769620" y="530352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not achieved. Enterprise clients requiring ISO 27001 may withdraw. Commercial impact.</a:t>
            </a:r>
            <a:endParaRPr lang="en-US" sz="900" dirty="0"/>
          </a:p>
        </p:txBody>
      </p:sp>
      <p:sp>
        <p:nvSpPr>
          <p:cNvPr id="41" name="Shape 37">
            <a:extLst>
              <a:ext uri="{FF2B5EF4-FFF2-40B4-BE49-F238E27FC236}">
                <a16:creationId xmlns:a16="http://schemas.microsoft.com/office/drawing/2014/main" id="{D0BFA032-3E6A-14C5-38B2-71E98E81B716}"/>
              </a:ext>
            </a:extLst>
          </p:cNvPr>
          <p:cNvSpPr/>
          <p:nvPr/>
        </p:nvSpPr>
        <p:spPr>
          <a:xfrm>
            <a:off x="358140" y="5687568"/>
            <a:ext cx="320040" cy="54864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8">
            <a:extLst>
              <a:ext uri="{FF2B5EF4-FFF2-40B4-BE49-F238E27FC236}">
                <a16:creationId xmlns:a16="http://schemas.microsoft.com/office/drawing/2014/main" id="{031668F6-07B5-B55A-04C9-405A2F2B7D65}"/>
              </a:ext>
            </a:extLst>
          </p:cNvPr>
          <p:cNvSpPr txBox="1"/>
          <p:nvPr/>
        </p:nvSpPr>
        <p:spPr>
          <a:xfrm>
            <a:off x="358140" y="5687568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43" name="Shape 39">
            <a:extLst>
              <a:ext uri="{FF2B5EF4-FFF2-40B4-BE49-F238E27FC236}">
                <a16:creationId xmlns:a16="http://schemas.microsoft.com/office/drawing/2014/main" id="{22AC36DE-A7EB-9C76-746E-EC2C2A2637C9}"/>
              </a:ext>
            </a:extLst>
          </p:cNvPr>
          <p:cNvSpPr/>
          <p:nvPr/>
        </p:nvSpPr>
        <p:spPr>
          <a:xfrm>
            <a:off x="678180" y="5687568"/>
            <a:ext cx="11521440" cy="5486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0">
            <a:extLst>
              <a:ext uri="{FF2B5EF4-FFF2-40B4-BE49-F238E27FC236}">
                <a16:creationId xmlns:a16="http://schemas.microsoft.com/office/drawing/2014/main" id="{E61B59F5-D3A2-F9D7-14A2-90C8F1FBBA54}"/>
              </a:ext>
            </a:extLst>
          </p:cNvPr>
          <p:cNvSpPr txBox="1"/>
          <p:nvPr/>
        </p:nvSpPr>
        <p:spPr>
          <a:xfrm>
            <a:off x="769620" y="57332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 Investigation:</a:t>
            </a:r>
            <a:endParaRPr lang="en-US" sz="1000" dirty="0"/>
          </a:p>
        </p:txBody>
      </p:sp>
      <p:sp>
        <p:nvSpPr>
          <p:cNvPr id="45" name="Text 41">
            <a:extLst>
              <a:ext uri="{FF2B5EF4-FFF2-40B4-BE49-F238E27FC236}">
                <a16:creationId xmlns:a16="http://schemas.microsoft.com/office/drawing/2014/main" id="{DA49CA96-C7D0-3A80-DE5D-0C1E977601E2}"/>
              </a:ext>
            </a:extLst>
          </p:cNvPr>
          <p:cNvSpPr txBox="1"/>
          <p:nvPr/>
        </p:nvSpPr>
        <p:spPr>
          <a:xfrm>
            <a:off x="769620" y="5961888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FraudShield non-compliance. Fine up to €15M or 3% of global annual turnover.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9360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B23CF7-1312-553F-635C-D527A49CB2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FAC8799-2404-276D-CFBB-74F88ED6D41D}"/>
              </a:ext>
            </a:extLst>
          </p:cNvPr>
          <p:cNvSpPr/>
          <p:nvPr/>
        </p:nvSpPr>
        <p:spPr>
          <a:xfrm>
            <a:off x="0" y="-46653"/>
            <a:ext cx="12192000" cy="10972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25CC3C9-0772-5908-272D-E74D01ED1EA6}"/>
              </a:ext>
            </a:extLst>
          </p:cNvPr>
          <p:cNvSpPr txBox="1"/>
          <p:nvPr/>
        </p:nvSpPr>
        <p:spPr>
          <a:xfrm>
            <a:off x="365760" y="44787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Next Steps</a:t>
            </a:r>
            <a:endParaRPr lang="en-US" sz="2200" dirty="0">
              <a:solidFill>
                <a:srgbClr val="002060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4679E9D-11CD-DADD-FD1B-2E605C9564DD}"/>
              </a:ext>
            </a:extLst>
          </p:cNvPr>
          <p:cNvSpPr txBox="1"/>
          <p:nvPr/>
        </p:nvSpPr>
        <p:spPr>
          <a:xfrm>
            <a:off x="10789920" y="914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1033D06-6898-F170-8AFA-11BAA1EB5289}"/>
              </a:ext>
            </a:extLst>
          </p:cNvPr>
          <p:cNvSpPr txBox="1"/>
          <p:nvPr/>
        </p:nvSpPr>
        <p:spPr>
          <a:xfrm>
            <a:off x="365760" y="1281093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Success Looks Like in 6 Months</a:t>
            </a:r>
            <a:endParaRPr lang="en-US" sz="13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F8347CC-5431-BC7B-0712-0CD6F2514513}"/>
              </a:ext>
            </a:extLst>
          </p:cNvPr>
          <p:cNvSpPr/>
          <p:nvPr/>
        </p:nvSpPr>
        <p:spPr>
          <a:xfrm>
            <a:off x="365760" y="1691640"/>
            <a:ext cx="457200" cy="475488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D957D8A-067C-1B6F-C835-C5E7E23025D7}"/>
              </a:ext>
            </a:extLst>
          </p:cNvPr>
          <p:cNvSpPr txBox="1"/>
          <p:nvPr/>
        </p:nvSpPr>
        <p:spPr>
          <a:xfrm>
            <a:off x="365760" y="16916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D7BA110-C40D-D90C-7729-F60C5BDF2A31}"/>
              </a:ext>
            </a:extLst>
          </p:cNvPr>
          <p:cNvSpPr/>
          <p:nvPr/>
        </p:nvSpPr>
        <p:spPr>
          <a:xfrm>
            <a:off x="822960" y="1691640"/>
            <a:ext cx="5212080" cy="475488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1E07F9A-83CC-D3B4-984D-58DA7BC604C3}"/>
              </a:ext>
            </a:extLst>
          </p:cNvPr>
          <p:cNvSpPr txBox="1"/>
          <p:nvPr/>
        </p:nvSpPr>
        <p:spPr>
          <a:xfrm>
            <a:off x="914400" y="169164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27001 certification achieved</a:t>
            </a:r>
            <a:endParaRPr lang="en-US" sz="1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FBDE2B7-5860-8A33-65C2-E11C066D381A}"/>
              </a:ext>
            </a:extLst>
          </p:cNvPr>
          <p:cNvSpPr/>
          <p:nvPr/>
        </p:nvSpPr>
        <p:spPr>
          <a:xfrm>
            <a:off x="365760" y="2258568"/>
            <a:ext cx="457200" cy="475488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3D5A7CA-BAC8-65B8-F16C-9D48A6990177}"/>
              </a:ext>
            </a:extLst>
          </p:cNvPr>
          <p:cNvSpPr txBox="1"/>
          <p:nvPr/>
        </p:nvSpPr>
        <p:spPr>
          <a:xfrm>
            <a:off x="365760" y="225856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EDF8112-02B2-E7AB-CE8F-A22B1CAC99F3}"/>
              </a:ext>
            </a:extLst>
          </p:cNvPr>
          <p:cNvSpPr/>
          <p:nvPr/>
        </p:nvSpPr>
        <p:spPr>
          <a:xfrm>
            <a:off x="822960" y="2258568"/>
            <a:ext cx="5212080" cy="475488"/>
          </a:xfrm>
          <a:prstGeom prst="rect">
            <a:avLst/>
          </a:prstGeom>
          <a:solidFill>
            <a:srgbClr val="F0FA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5852410-A695-F3C1-767F-9B5BA6202DC0}"/>
              </a:ext>
            </a:extLst>
          </p:cNvPr>
          <p:cNvSpPr txBox="1"/>
          <p:nvPr/>
        </p:nvSpPr>
        <p:spPr>
          <a:xfrm>
            <a:off x="914400" y="225856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 inquiry closed — full GDPR compliance</a:t>
            </a:r>
            <a:endParaRPr lang="en-US" sz="10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974E9D4-ADFF-5385-5622-8BA66225A5B7}"/>
              </a:ext>
            </a:extLst>
          </p:cNvPr>
          <p:cNvSpPr/>
          <p:nvPr/>
        </p:nvSpPr>
        <p:spPr>
          <a:xfrm>
            <a:off x="365760" y="2825496"/>
            <a:ext cx="457200" cy="475488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C1FC618-CD4D-7D34-2814-F3E62DA06A52}"/>
              </a:ext>
            </a:extLst>
          </p:cNvPr>
          <p:cNvSpPr txBox="1"/>
          <p:nvPr/>
        </p:nvSpPr>
        <p:spPr>
          <a:xfrm>
            <a:off x="365760" y="282549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C538DFF-66AD-46D8-E421-97C833CC03C5}"/>
              </a:ext>
            </a:extLst>
          </p:cNvPr>
          <p:cNvSpPr/>
          <p:nvPr/>
        </p:nvSpPr>
        <p:spPr>
          <a:xfrm>
            <a:off x="822960" y="2825496"/>
            <a:ext cx="5212080" cy="475488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2E53A65-3C57-53D9-9DD1-3AD3CC5FF7C4}"/>
              </a:ext>
            </a:extLst>
          </p:cNvPr>
          <p:cNvSpPr txBox="1"/>
          <p:nvPr/>
        </p:nvSpPr>
        <p:spPr>
          <a:xfrm>
            <a:off x="914400" y="287215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FraudShield operating legally with human oversight</a:t>
            </a:r>
            <a:endParaRPr lang="en-US" sz="10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A560752-090F-8759-46C1-8F5872C7BC65}"/>
              </a:ext>
            </a:extLst>
          </p:cNvPr>
          <p:cNvSpPr/>
          <p:nvPr/>
        </p:nvSpPr>
        <p:spPr>
          <a:xfrm>
            <a:off x="365760" y="3392424"/>
            <a:ext cx="457200" cy="475488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AF03FDF-988A-2F64-CDFF-010430982317}"/>
              </a:ext>
            </a:extLst>
          </p:cNvPr>
          <p:cNvSpPr txBox="1"/>
          <p:nvPr/>
        </p:nvSpPr>
        <p:spPr>
          <a:xfrm>
            <a:off x="365760" y="339242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B1F2733-3AE5-7EA8-6EE3-EAFEF1259DC9}"/>
              </a:ext>
            </a:extLst>
          </p:cNvPr>
          <p:cNvSpPr/>
          <p:nvPr/>
        </p:nvSpPr>
        <p:spPr>
          <a:xfrm>
            <a:off x="822960" y="3392424"/>
            <a:ext cx="5212080" cy="475488"/>
          </a:xfrm>
          <a:prstGeom prst="rect">
            <a:avLst/>
          </a:prstGeom>
          <a:solidFill>
            <a:srgbClr val="F0FA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97F768A-DBCB-DC1D-6424-4774F4A27177}"/>
              </a:ext>
            </a:extLst>
          </p:cNvPr>
          <p:cNvSpPr txBox="1"/>
          <p:nvPr/>
        </p:nvSpPr>
        <p:spPr>
          <a:xfrm>
            <a:off x="914400" y="3392424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customer data encrypted</a:t>
            </a:r>
            <a:endParaRPr lang="en-US" sz="1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A30DE8A-1635-9EAD-7D55-E5FCD791986F}"/>
              </a:ext>
            </a:extLst>
          </p:cNvPr>
          <p:cNvSpPr/>
          <p:nvPr/>
        </p:nvSpPr>
        <p:spPr>
          <a:xfrm>
            <a:off x="365760" y="3959352"/>
            <a:ext cx="457200" cy="475488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8C3AAD0-9108-1113-0885-9826A82F0CA7}"/>
              </a:ext>
            </a:extLst>
          </p:cNvPr>
          <p:cNvSpPr txBox="1"/>
          <p:nvPr/>
        </p:nvSpPr>
        <p:spPr>
          <a:xfrm>
            <a:off x="365760" y="395935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BA8D86FD-AE48-2831-8EFD-302BF5A5B4B2}"/>
              </a:ext>
            </a:extLst>
          </p:cNvPr>
          <p:cNvSpPr/>
          <p:nvPr/>
        </p:nvSpPr>
        <p:spPr>
          <a:xfrm>
            <a:off x="822960" y="3959352"/>
            <a:ext cx="5212080" cy="475488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0CAD324-601F-6674-786E-E28EF90538EC}"/>
              </a:ext>
            </a:extLst>
          </p:cNvPr>
          <p:cNvSpPr txBox="1"/>
          <p:nvPr/>
        </p:nvSpPr>
        <p:spPr>
          <a:xfrm>
            <a:off x="914400" y="395935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CISO and DPO in post</a:t>
            </a:r>
            <a:endParaRPr lang="en-US" sz="10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8E7FA9FE-7E6A-6440-6D50-564E59DBFE75}"/>
              </a:ext>
            </a:extLst>
          </p:cNvPr>
          <p:cNvSpPr/>
          <p:nvPr/>
        </p:nvSpPr>
        <p:spPr>
          <a:xfrm>
            <a:off x="365760" y="4526280"/>
            <a:ext cx="457200" cy="475488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087C2E26-2077-6B13-59EA-3B310D40EB6E}"/>
              </a:ext>
            </a:extLst>
          </p:cNvPr>
          <p:cNvSpPr txBox="1"/>
          <p:nvPr/>
        </p:nvSpPr>
        <p:spPr>
          <a:xfrm>
            <a:off x="365760" y="45262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C2CAE47B-E38E-AA84-A61E-785A9AEF1F26}"/>
              </a:ext>
            </a:extLst>
          </p:cNvPr>
          <p:cNvSpPr/>
          <p:nvPr/>
        </p:nvSpPr>
        <p:spPr>
          <a:xfrm>
            <a:off x="822960" y="4526280"/>
            <a:ext cx="5212080" cy="475488"/>
          </a:xfrm>
          <a:prstGeom prst="rect">
            <a:avLst/>
          </a:prstGeom>
          <a:solidFill>
            <a:srgbClr val="F0FA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3E1582D1-D7A3-CF0C-3343-88126831E5AC}"/>
              </a:ext>
            </a:extLst>
          </p:cNvPr>
          <p:cNvSpPr txBox="1"/>
          <p:nvPr/>
        </p:nvSpPr>
        <p:spPr>
          <a:xfrm>
            <a:off x="914400" y="452628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former employee access revoked</a:t>
            </a:r>
            <a:endParaRPr lang="en-US" sz="10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A406E707-2AAC-5DCD-4699-CDDFAFD8A570}"/>
              </a:ext>
            </a:extLst>
          </p:cNvPr>
          <p:cNvSpPr/>
          <p:nvPr/>
        </p:nvSpPr>
        <p:spPr>
          <a:xfrm>
            <a:off x="365760" y="5093208"/>
            <a:ext cx="457200" cy="475488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6B28ED2A-DFC7-E23F-0FC8-B0A1FDDB7A51}"/>
              </a:ext>
            </a:extLst>
          </p:cNvPr>
          <p:cNvSpPr txBox="1"/>
          <p:nvPr/>
        </p:nvSpPr>
        <p:spPr>
          <a:xfrm>
            <a:off x="365760" y="509320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7E258F7C-5F23-AFA7-7874-892D6E0BFB66}"/>
              </a:ext>
            </a:extLst>
          </p:cNvPr>
          <p:cNvSpPr/>
          <p:nvPr/>
        </p:nvSpPr>
        <p:spPr>
          <a:xfrm>
            <a:off x="822960" y="5093208"/>
            <a:ext cx="5212080" cy="475488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AD5FC75F-6BCD-D607-611C-61E36834E5A8}"/>
              </a:ext>
            </a:extLst>
          </p:cNvPr>
          <p:cNvSpPr txBox="1"/>
          <p:nvPr/>
        </p:nvSpPr>
        <p:spPr>
          <a:xfrm>
            <a:off x="914400" y="509320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trained and security-aware</a:t>
            </a:r>
            <a:endParaRPr lang="en-US" sz="10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2A05D9AD-115E-0FB7-2F01-9BE934F235A2}"/>
              </a:ext>
            </a:extLst>
          </p:cNvPr>
          <p:cNvSpPr/>
          <p:nvPr/>
        </p:nvSpPr>
        <p:spPr>
          <a:xfrm>
            <a:off x="6400800" y="1371600"/>
            <a:ext cx="5760720" cy="4197096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128ABE43-D81D-3E03-C746-A9D190956D37}"/>
              </a:ext>
            </a:extLst>
          </p:cNvPr>
          <p:cNvSpPr txBox="1"/>
          <p:nvPr/>
        </p:nvSpPr>
        <p:spPr>
          <a:xfrm>
            <a:off x="6492240" y="13716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Message to the Board</a:t>
            </a:r>
            <a:endParaRPr lang="en-US" sz="13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FECD547A-69AE-28CA-8B1F-7E65BB27A038}"/>
              </a:ext>
            </a:extLst>
          </p:cNvPr>
          <p:cNvSpPr txBox="1"/>
          <p:nvPr/>
        </p:nvSpPr>
        <p:spPr>
          <a:xfrm>
            <a:off x="6492240" y="1920240"/>
            <a:ext cx="5577840" cy="3428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NexaChain has significant gaps, but every gap is fixable. This is not a report about failure. It is a roadmap to security.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findings are significant because this is the first time NexaChain has looked. Most fast-growing startups look similar at this stage.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 between a company that thrives and one that does not is how quickly it acts when the gaps are identified.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85,000 customers are trusting NexaChain with their financial assets. The board's commitment to these recommendations is a commitment to them.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GRC Analyst is available to answer any questions and will support implementation of all approved actions.</a:t>
            </a:r>
            <a:endParaRPr lang="en-US" sz="10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ECFF37D6-5174-9065-6A23-4A4D12777868}"/>
              </a:ext>
            </a:extLst>
          </p:cNvPr>
          <p:cNvSpPr/>
          <p:nvPr/>
        </p:nvSpPr>
        <p:spPr>
          <a:xfrm>
            <a:off x="365760" y="5989320"/>
            <a:ext cx="11795760" cy="59436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53B19140-E7D2-5CCB-6782-90866B9484A6}"/>
              </a:ext>
            </a:extLst>
          </p:cNvPr>
          <p:cNvSpPr txBox="1"/>
          <p:nvPr/>
        </p:nvSpPr>
        <p:spPr>
          <a:xfrm>
            <a:off x="251927" y="5999118"/>
            <a:ext cx="11924833" cy="5943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Uche Mary Ifeyinwa — GRC Analyst  |  For approval by: CEO David Okafor  |  Date: Q3 2026  |  NexaChain Technologies Ltd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553372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1752</Words>
  <Application>Microsoft Office PowerPoint</Application>
  <PresentationFormat>Widescreen</PresentationFormat>
  <Paragraphs>373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Mary Uche</dc:creator>
  <cp:lastModifiedBy>Mary Uche</cp:lastModifiedBy>
  <cp:revision>2</cp:revision>
  <dcterms:created xsi:type="dcterms:W3CDTF">2026-09-28T00:20:39Z</dcterms:created>
  <dcterms:modified xsi:type="dcterms:W3CDTF">2026-09-29T20:55:26Z</dcterms:modified>
</cp:coreProperties>
</file>